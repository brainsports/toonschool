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</p:sldIdLst>
  <p:sldSz cx="10692000" cy="7560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7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8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9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692000" cy="7560000"/>
          </a:xfrm>
          <a:prstGeom prst="rect">
            <a:avLst/>
          </a:prstGeom>
          <a:solidFill>
            <a:srgbClr val="134B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408000"/>
            <a:ext cx="10692000" cy="1152000"/>
          </a:xfrm>
          <a:prstGeom prst="rect">
            <a:avLst/>
          </a:prstGeom>
          <a:solidFill>
            <a:srgbClr val="DDEE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440000" y="2520000"/>
            <a:ext cx="7812000" cy="14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4000" b="1">
                <a:solidFill>
                  <a:srgbClr val="FFFFFF"/>
                </a:solidFill>
                <a:latin typeface="맑은 고딕"/>
              </a:rPr>
              <a:t>툰스쿨에디터 사용설명서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440000" y="4140000"/>
            <a:ext cx="7812000" cy="864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800" b="0">
                <a:solidFill>
                  <a:srgbClr val="DDEEEE"/>
                </a:solidFill>
                <a:latin typeface="맑은 고딕"/>
              </a:rPr>
              <a:t>초등학생과 선생님을 위한 만화책 만들기 안내서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240000" y="6552000"/>
            <a:ext cx="4212000" cy="648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600" b="1">
                <a:solidFill>
                  <a:srgbClr val="134B4C"/>
                </a:solidFill>
                <a:latin typeface="맑은 고딕"/>
              </a:rPr>
              <a:t>v1.0 · 2026년 7월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692000" cy="1296000"/>
          </a:xfrm>
          <a:prstGeom prst="rect">
            <a:avLst/>
          </a:prstGeom>
          <a:solidFill>
            <a:srgbClr val="134B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296000"/>
            <a:ext cx="10692000" cy="144000"/>
          </a:xfrm>
          <a:prstGeom prst="rect">
            <a:avLst/>
          </a:prstGeom>
          <a:solidFill>
            <a:srgbClr val="FFD8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76000" y="288000"/>
            <a:ext cx="1728000" cy="792000"/>
          </a:xfrm>
          <a:prstGeom prst="roundRect">
            <a:avLst/>
          </a:prstGeom>
          <a:solidFill>
            <a:srgbClr val="FFD8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8000" y="360000"/>
            <a:ext cx="1584000" cy="648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400" b="1">
                <a:solidFill>
                  <a:srgbClr val="134B4C"/>
                </a:solidFill>
                <a:latin typeface="맑은 고딕"/>
              </a:rPr>
              <a:t>STEP 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520000" y="216000"/>
            <a:ext cx="7560000" cy="504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FFFFFF"/>
                </a:solidFill>
                <a:latin typeface="맑은 고딕"/>
              </a:rPr>
              <a:t>툰스쿨에디터 소개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520000" y="792000"/>
            <a:ext cx="7560000" cy="432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DDEEEE"/>
                </a:solidFill>
                <a:latin typeface="맑은 고딕"/>
              </a:rPr>
              <a:t>학교 공부를 내 손으로 만드는 만화책으로 완성해요.</a:t>
            </a:r>
          </a:p>
        </p:txBody>
      </p:sp>
      <p:pic>
        <p:nvPicPr>
          <p:cNvPr id="8" name="Picture 7" descr="img-0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6000" y="1728000"/>
            <a:ext cx="5724000" cy="439200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6588000" y="1728000"/>
            <a:ext cx="3528000" cy="3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134B4C"/>
                </a:solidFill>
                <a:latin typeface="맑은 고딕"/>
              </a:rPr>
              <a:t>이렇게 해요</a:t>
            </a:r>
          </a:p>
        </p:txBody>
      </p:sp>
      <p:sp>
        <p:nvSpPr>
          <p:cNvPr id="10" name="Oval 9"/>
          <p:cNvSpPr/>
          <p:nvPr/>
        </p:nvSpPr>
        <p:spPr>
          <a:xfrm>
            <a:off x="6588000" y="2340000"/>
            <a:ext cx="252000" cy="252000"/>
          </a:xfrm>
          <a:prstGeom prst="ellipse">
            <a:avLst/>
          </a:prstGeom>
          <a:solidFill>
            <a:srgbClr val="134B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624000" y="2304000"/>
            <a:ext cx="252000" cy="288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맑은 고딕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948000" y="2304000"/>
            <a:ext cx="3168000" cy="864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50" b="0">
                <a:solidFill>
                  <a:srgbClr val="222222"/>
                </a:solidFill>
                <a:latin typeface="맑은 고딕"/>
              </a:rPr>
              <a:t>표지: 단원과 주제를 담은 책 표지를 만들어요.</a:t>
            </a:r>
          </a:p>
        </p:txBody>
      </p:sp>
      <p:sp>
        <p:nvSpPr>
          <p:cNvPr id="13" name="Oval 12"/>
          <p:cNvSpPr/>
          <p:nvPr/>
        </p:nvSpPr>
        <p:spPr>
          <a:xfrm>
            <a:off x="6588000" y="3132000"/>
            <a:ext cx="252000" cy="252000"/>
          </a:xfrm>
          <a:prstGeom prst="ellipse">
            <a:avLst/>
          </a:prstGeom>
          <a:solidFill>
            <a:srgbClr val="134B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624000" y="3096000"/>
            <a:ext cx="252000" cy="288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맑은 고딕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948000" y="3096000"/>
            <a:ext cx="3168000" cy="864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50" b="0">
                <a:solidFill>
                  <a:srgbClr val="222222"/>
                </a:solidFill>
                <a:latin typeface="맑은 고딕"/>
              </a:rPr>
              <a:t>6컷 만화: 내가 고른 주제로 6장의 만화를 그려요.</a:t>
            </a:r>
          </a:p>
        </p:txBody>
      </p:sp>
      <p:sp>
        <p:nvSpPr>
          <p:cNvPr id="16" name="Oval 15"/>
          <p:cNvSpPr/>
          <p:nvPr/>
        </p:nvSpPr>
        <p:spPr>
          <a:xfrm>
            <a:off x="6588000" y="3924000"/>
            <a:ext cx="252000" cy="252000"/>
          </a:xfrm>
          <a:prstGeom prst="ellipse">
            <a:avLst/>
          </a:prstGeom>
          <a:solidFill>
            <a:srgbClr val="134B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624000" y="3888000"/>
            <a:ext cx="252000" cy="288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맑은 고딕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948000" y="3888000"/>
            <a:ext cx="3168000" cy="864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50" b="0">
                <a:solidFill>
                  <a:srgbClr val="222222"/>
                </a:solidFill>
                <a:latin typeface="맑은 고딕"/>
              </a:rPr>
              <a:t>세상 속 이야기: 단원을 역사·최신·생활과 연결해요.</a:t>
            </a:r>
          </a:p>
        </p:txBody>
      </p:sp>
      <p:sp>
        <p:nvSpPr>
          <p:cNvPr id="19" name="Oval 18"/>
          <p:cNvSpPr/>
          <p:nvPr/>
        </p:nvSpPr>
        <p:spPr>
          <a:xfrm>
            <a:off x="6588000" y="4716000"/>
            <a:ext cx="252000" cy="252000"/>
          </a:xfrm>
          <a:prstGeom prst="ellipse">
            <a:avLst/>
          </a:prstGeom>
          <a:solidFill>
            <a:srgbClr val="134B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624000" y="4680000"/>
            <a:ext cx="252000" cy="288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맑은 고딕"/>
              </a:rPr>
              <a:t>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948000" y="4680000"/>
            <a:ext cx="3168000" cy="864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50" b="0">
                <a:solidFill>
                  <a:srgbClr val="222222"/>
                </a:solidFill>
                <a:latin typeface="맑은 고딕"/>
              </a:rPr>
              <a:t>OX 퀴즈: 친구들에게 풀어볼 문제 5개를 만들어요.</a:t>
            </a:r>
          </a:p>
        </p:txBody>
      </p:sp>
      <p:sp>
        <p:nvSpPr>
          <p:cNvPr id="22" name="Oval 21"/>
          <p:cNvSpPr/>
          <p:nvPr/>
        </p:nvSpPr>
        <p:spPr>
          <a:xfrm>
            <a:off x="6588000" y="5508000"/>
            <a:ext cx="252000" cy="252000"/>
          </a:xfrm>
          <a:prstGeom prst="ellipse">
            <a:avLst/>
          </a:prstGeom>
          <a:solidFill>
            <a:srgbClr val="134B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624000" y="5472000"/>
            <a:ext cx="252000" cy="288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맑은 고딕"/>
              </a:rPr>
              <a:t>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948000" y="5472000"/>
            <a:ext cx="3168000" cy="864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50" b="0">
                <a:solidFill>
                  <a:srgbClr val="222222"/>
                </a:solidFill>
                <a:latin typeface="맑은 고딕"/>
              </a:rPr>
              <a:t>뒤표지: 지은이와 정보를 담아 책을 완성해요.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588000" y="6408000"/>
            <a:ext cx="3528000" cy="1080000"/>
          </a:xfrm>
          <a:prstGeom prst="roundRect">
            <a:avLst/>
          </a:prstGeom>
          <a:solidFill>
            <a:srgbClr val="EAF2FC"/>
          </a:solidFill>
          <a:ln w="12700">
            <a:solidFill>
              <a:srgbClr val="3B82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768000" y="6516000"/>
            <a:ext cx="3168000" cy="3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3B82C4"/>
                </a:solidFill>
                <a:latin typeface="맑은 고딕"/>
              </a:rPr>
              <a:t>알아두세요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768000" y="6948000"/>
            <a:ext cx="3168000" cy="504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50" b="0">
                <a:solidFill>
                  <a:srgbClr val="222222"/>
                </a:solidFill>
                <a:latin typeface="맑은 고딕"/>
              </a:rPr>
              <a:t>한 권의 만화책 안에 표지·만화·이야기·퀴즈·뒤표지가 모두 들어 있어요.</a:t>
            </a:r>
          </a:p>
        </p:txBody>
      </p:sp>
      <p:sp>
        <p:nvSpPr>
          <p:cNvPr id="28" name="Rectangle 27"/>
          <p:cNvSpPr/>
          <p:nvPr/>
        </p:nvSpPr>
        <p:spPr>
          <a:xfrm>
            <a:off x="0" y="6840000"/>
            <a:ext cx="10692000" cy="720000"/>
          </a:xfrm>
          <a:prstGeom prst="rect">
            <a:avLst/>
          </a:prstGeom>
          <a:solidFill>
            <a:srgbClr val="F6F8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76000" y="6912000"/>
            <a:ext cx="3240000" cy="432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666666"/>
                </a:solidFill>
                <a:latin typeface="맑은 고딕"/>
              </a:rPr>
              <a:t>이전: 표지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680000" y="6912000"/>
            <a:ext cx="1440000" cy="432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00" b="1">
                <a:solidFill>
                  <a:srgbClr val="134B4C"/>
                </a:solidFill>
                <a:latin typeface="맑은 고딕"/>
              </a:rPr>
              <a:t>2 / 20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200000" y="6912000"/>
            <a:ext cx="3240000" cy="432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666666"/>
                </a:solidFill>
                <a:latin typeface="맑은 고딕"/>
              </a:rPr>
              <a:t>v1.0  |  다음: 시작하기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692000" cy="1296000"/>
          </a:xfrm>
          <a:prstGeom prst="rect">
            <a:avLst/>
          </a:prstGeom>
          <a:solidFill>
            <a:srgbClr val="134B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296000"/>
            <a:ext cx="10692000" cy="144000"/>
          </a:xfrm>
          <a:prstGeom prst="rect">
            <a:avLst/>
          </a:prstGeom>
          <a:solidFill>
            <a:srgbClr val="FFD8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76000" y="288000"/>
            <a:ext cx="1728000" cy="792000"/>
          </a:xfrm>
          <a:prstGeom prst="roundRect">
            <a:avLst/>
          </a:prstGeom>
          <a:solidFill>
            <a:srgbClr val="FFD8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8000" y="360000"/>
            <a:ext cx="1584000" cy="648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400" b="1">
                <a:solidFill>
                  <a:srgbClr val="134B4C"/>
                </a:solidFill>
                <a:latin typeface="맑은 고딕"/>
              </a:rPr>
              <a:t>STEP 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520000" y="216000"/>
            <a:ext cx="7560000" cy="504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FFFFFF"/>
                </a:solidFill>
                <a:latin typeface="맑은 고딕"/>
              </a:rPr>
              <a:t>시작하기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520000" y="792000"/>
            <a:ext cx="7560000" cy="432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DDEEEE"/>
                </a:solidFill>
                <a:latin typeface="맑은 고딕"/>
              </a:rPr>
              <a:t>로그인하고 에디터로 들어가는 방법이에요.</a:t>
            </a:r>
          </a:p>
        </p:txBody>
      </p:sp>
      <p:pic>
        <p:nvPicPr>
          <p:cNvPr id="8" name="Picture 7" descr="img-0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6000" y="1728000"/>
            <a:ext cx="5724000" cy="439200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6588000" y="1728000"/>
            <a:ext cx="3528000" cy="3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134B4C"/>
                </a:solidFill>
                <a:latin typeface="맑은 고딕"/>
              </a:rPr>
              <a:t>이렇게 해요</a:t>
            </a:r>
          </a:p>
        </p:txBody>
      </p:sp>
      <p:sp>
        <p:nvSpPr>
          <p:cNvPr id="10" name="Oval 9"/>
          <p:cNvSpPr/>
          <p:nvPr/>
        </p:nvSpPr>
        <p:spPr>
          <a:xfrm>
            <a:off x="6588000" y="2340000"/>
            <a:ext cx="252000" cy="252000"/>
          </a:xfrm>
          <a:prstGeom prst="ellipse">
            <a:avLst/>
          </a:prstGeom>
          <a:solidFill>
            <a:srgbClr val="134B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624000" y="2304000"/>
            <a:ext cx="252000" cy="288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맑은 고딕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948000" y="2304000"/>
            <a:ext cx="3168000" cy="864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50" b="0">
                <a:solidFill>
                  <a:srgbClr val="222222"/>
                </a:solidFill>
                <a:latin typeface="맑은 고딕"/>
              </a:rPr>
              <a:t>로그인 화면에서 아이디와 비밀번호를 넣고 ‘로그인’을 눌러요.</a:t>
            </a:r>
          </a:p>
        </p:txBody>
      </p:sp>
      <p:sp>
        <p:nvSpPr>
          <p:cNvPr id="13" name="Oval 12"/>
          <p:cNvSpPr/>
          <p:nvPr/>
        </p:nvSpPr>
        <p:spPr>
          <a:xfrm>
            <a:off x="6588000" y="3132000"/>
            <a:ext cx="252000" cy="252000"/>
          </a:xfrm>
          <a:prstGeom prst="ellipse">
            <a:avLst/>
          </a:prstGeom>
          <a:solidFill>
            <a:srgbClr val="134B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624000" y="3096000"/>
            <a:ext cx="252000" cy="288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맑은 고딕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948000" y="3096000"/>
            <a:ext cx="3168000" cy="864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50" b="0">
                <a:solidFill>
                  <a:srgbClr val="222222"/>
                </a:solidFill>
                <a:latin typeface="맑은 고딕"/>
              </a:rPr>
              <a:t>로그인하면 마이페이지가 열려요. 내 작품과 출석을 볼 수 있어요.</a:t>
            </a:r>
          </a:p>
        </p:txBody>
      </p:sp>
      <p:sp>
        <p:nvSpPr>
          <p:cNvPr id="16" name="Oval 15"/>
          <p:cNvSpPr/>
          <p:nvPr/>
        </p:nvSpPr>
        <p:spPr>
          <a:xfrm>
            <a:off x="6588000" y="3924000"/>
            <a:ext cx="252000" cy="252000"/>
          </a:xfrm>
          <a:prstGeom prst="ellipse">
            <a:avLst/>
          </a:prstGeom>
          <a:solidFill>
            <a:srgbClr val="134B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624000" y="3888000"/>
            <a:ext cx="252000" cy="288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맑은 고딕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948000" y="3888000"/>
            <a:ext cx="3168000" cy="864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50" b="0">
                <a:solidFill>
                  <a:srgbClr val="222222"/>
                </a:solidFill>
                <a:latin typeface="맑은 고딕"/>
              </a:rPr>
              <a:t>위쪽의 ‘툰스쿨 에디터 입장’을 누르면 만화 만들기가 시작돼요.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588000" y="4824000"/>
            <a:ext cx="3528000" cy="1080000"/>
          </a:xfrm>
          <a:prstGeom prst="roundRect">
            <a:avLst/>
          </a:prstGeom>
          <a:solidFill>
            <a:srgbClr val="EAF2FC"/>
          </a:solidFill>
          <a:ln w="12700">
            <a:solidFill>
              <a:srgbClr val="3B82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768000" y="4932000"/>
            <a:ext cx="3168000" cy="3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3B82C4"/>
                </a:solidFill>
                <a:latin typeface="맑은 고딕"/>
              </a:rPr>
              <a:t>알아두세요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768000" y="5364000"/>
            <a:ext cx="3168000" cy="504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50" b="0">
                <a:solidFill>
                  <a:srgbClr val="222222"/>
                </a:solidFill>
                <a:latin typeface="맑은 고딕"/>
              </a:rPr>
              <a:t>비밀번호는 다른 사람에게 알려주지 마세요.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0" y="6840000"/>
            <a:ext cx="10692000" cy="720000"/>
          </a:xfrm>
          <a:prstGeom prst="rect">
            <a:avLst/>
          </a:prstGeom>
          <a:solidFill>
            <a:srgbClr val="F6F8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76000" y="6912000"/>
            <a:ext cx="3240000" cy="432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666666"/>
                </a:solidFill>
                <a:latin typeface="맑은 고딕"/>
              </a:rPr>
              <a:t>이전: 툰스쿨에디터 소개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680000" y="6912000"/>
            <a:ext cx="1440000" cy="432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00" b="1">
                <a:solidFill>
                  <a:srgbClr val="134B4C"/>
                </a:solidFill>
                <a:latin typeface="맑은 고딕"/>
              </a:rPr>
              <a:t>3 / 20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200000" y="6912000"/>
            <a:ext cx="3240000" cy="432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666666"/>
                </a:solidFill>
                <a:latin typeface="맑은 고딕"/>
              </a:rPr>
              <a:t>v1.0  |  다음: 전체 제작 과정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692000" cy="1296000"/>
          </a:xfrm>
          <a:prstGeom prst="rect">
            <a:avLst/>
          </a:prstGeom>
          <a:solidFill>
            <a:srgbClr val="134B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296000"/>
            <a:ext cx="10692000" cy="144000"/>
          </a:xfrm>
          <a:prstGeom prst="rect">
            <a:avLst/>
          </a:prstGeom>
          <a:solidFill>
            <a:srgbClr val="FFD8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76000" y="288000"/>
            <a:ext cx="1728000" cy="792000"/>
          </a:xfrm>
          <a:prstGeom prst="roundRect">
            <a:avLst/>
          </a:prstGeom>
          <a:solidFill>
            <a:srgbClr val="FFD8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8000" y="360000"/>
            <a:ext cx="1584000" cy="648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400" b="1">
                <a:solidFill>
                  <a:srgbClr val="134B4C"/>
                </a:solidFill>
                <a:latin typeface="맑은 고딕"/>
              </a:rPr>
              <a:t>STEP 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520000" y="216000"/>
            <a:ext cx="7560000" cy="504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FFFFFF"/>
                </a:solidFill>
                <a:latin typeface="맑은 고딕"/>
              </a:rPr>
              <a:t>전체 제작 과정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520000" y="792000"/>
            <a:ext cx="7560000" cy="432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DDEEEE"/>
                </a:solidFill>
                <a:latin typeface="맑은 고딕"/>
              </a:rPr>
              <a:t>만화책은 모두 8단계로 만들어져요.</a:t>
            </a:r>
          </a:p>
        </p:txBody>
      </p:sp>
      <p:pic>
        <p:nvPicPr>
          <p:cNvPr id="8" name="Picture 7" descr="img-0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6000" y="1728000"/>
            <a:ext cx="5724000" cy="439200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6588000" y="1728000"/>
            <a:ext cx="3528000" cy="3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134B4C"/>
                </a:solidFill>
                <a:latin typeface="맑은 고딕"/>
              </a:rPr>
              <a:t>이렇게 해요</a:t>
            </a:r>
          </a:p>
        </p:txBody>
      </p:sp>
      <p:sp>
        <p:nvSpPr>
          <p:cNvPr id="10" name="Oval 9"/>
          <p:cNvSpPr/>
          <p:nvPr/>
        </p:nvSpPr>
        <p:spPr>
          <a:xfrm>
            <a:off x="6588000" y="2340000"/>
            <a:ext cx="252000" cy="252000"/>
          </a:xfrm>
          <a:prstGeom prst="ellipse">
            <a:avLst/>
          </a:prstGeom>
          <a:solidFill>
            <a:srgbClr val="134B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624000" y="2304000"/>
            <a:ext cx="252000" cy="288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맑은 고딕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948000" y="2304000"/>
            <a:ext cx="3168000" cy="864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50" b="0">
                <a:solidFill>
                  <a:srgbClr val="222222"/>
                </a:solidFill>
                <a:latin typeface="맑은 고딕"/>
              </a:rPr>
              <a:t>단원 선택 — 학년·과목·단원을 골라요.</a:t>
            </a:r>
          </a:p>
        </p:txBody>
      </p:sp>
      <p:sp>
        <p:nvSpPr>
          <p:cNvPr id="13" name="Oval 12"/>
          <p:cNvSpPr/>
          <p:nvPr/>
        </p:nvSpPr>
        <p:spPr>
          <a:xfrm>
            <a:off x="6588000" y="3132000"/>
            <a:ext cx="252000" cy="252000"/>
          </a:xfrm>
          <a:prstGeom prst="ellipse">
            <a:avLst/>
          </a:prstGeom>
          <a:solidFill>
            <a:srgbClr val="134B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624000" y="3096000"/>
            <a:ext cx="252000" cy="288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맑은 고딕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948000" y="3096000"/>
            <a:ext cx="3168000" cy="864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50" b="0">
                <a:solidFill>
                  <a:srgbClr val="222222"/>
                </a:solidFill>
                <a:latin typeface="맑은 고딕"/>
              </a:rPr>
              <a:t>주제 만들기 — 핵심어로 만화 주제를 정해요.</a:t>
            </a:r>
          </a:p>
        </p:txBody>
      </p:sp>
      <p:sp>
        <p:nvSpPr>
          <p:cNvPr id="16" name="Oval 15"/>
          <p:cNvSpPr/>
          <p:nvPr/>
        </p:nvSpPr>
        <p:spPr>
          <a:xfrm>
            <a:off x="6588000" y="3924000"/>
            <a:ext cx="252000" cy="252000"/>
          </a:xfrm>
          <a:prstGeom prst="ellipse">
            <a:avLst/>
          </a:prstGeom>
          <a:solidFill>
            <a:srgbClr val="134B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624000" y="3888000"/>
            <a:ext cx="252000" cy="288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맑은 고딕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948000" y="3888000"/>
            <a:ext cx="3168000" cy="864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50" b="0">
                <a:solidFill>
                  <a:srgbClr val="222222"/>
                </a:solidFill>
                <a:latin typeface="맑은 고딕"/>
              </a:rPr>
              <a:t>대본 만들기 — 6컷 이야기를 만들어요.</a:t>
            </a:r>
          </a:p>
        </p:txBody>
      </p:sp>
      <p:sp>
        <p:nvSpPr>
          <p:cNvPr id="19" name="Oval 18"/>
          <p:cNvSpPr/>
          <p:nvPr/>
        </p:nvSpPr>
        <p:spPr>
          <a:xfrm>
            <a:off x="6588000" y="4716000"/>
            <a:ext cx="252000" cy="252000"/>
          </a:xfrm>
          <a:prstGeom prst="ellipse">
            <a:avLst/>
          </a:prstGeom>
          <a:solidFill>
            <a:srgbClr val="134B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624000" y="4680000"/>
            <a:ext cx="252000" cy="288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맑은 고딕"/>
              </a:rPr>
              <a:t>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948000" y="4680000"/>
            <a:ext cx="3168000" cy="864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50" b="0">
                <a:solidFill>
                  <a:srgbClr val="222222"/>
                </a:solidFill>
                <a:latin typeface="맑은 고딕"/>
              </a:rPr>
              <a:t>표지만들기 — 책 표지를 꾸며요.</a:t>
            </a:r>
          </a:p>
        </p:txBody>
      </p:sp>
      <p:sp>
        <p:nvSpPr>
          <p:cNvPr id="22" name="Oval 21"/>
          <p:cNvSpPr/>
          <p:nvPr/>
        </p:nvSpPr>
        <p:spPr>
          <a:xfrm>
            <a:off x="6588000" y="5508000"/>
            <a:ext cx="252000" cy="252000"/>
          </a:xfrm>
          <a:prstGeom prst="ellipse">
            <a:avLst/>
          </a:prstGeom>
          <a:solidFill>
            <a:srgbClr val="134B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624000" y="5472000"/>
            <a:ext cx="252000" cy="288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맑은 고딕"/>
              </a:rPr>
              <a:t>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948000" y="5472000"/>
            <a:ext cx="3168000" cy="864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50" b="0">
                <a:solidFill>
                  <a:srgbClr val="222222"/>
                </a:solidFill>
                <a:latin typeface="맑은 고딕"/>
              </a:rPr>
              <a:t>만화제작 — 배경·인물·말풍선을 넣어요.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588000" y="6408000"/>
            <a:ext cx="3528000" cy="1080000"/>
          </a:xfrm>
          <a:prstGeom prst="roundRect">
            <a:avLst/>
          </a:prstGeom>
          <a:solidFill>
            <a:srgbClr val="EAF2FC"/>
          </a:solidFill>
          <a:ln w="12700">
            <a:solidFill>
              <a:srgbClr val="3B82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768000" y="6516000"/>
            <a:ext cx="3168000" cy="3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3B82C4"/>
                </a:solidFill>
                <a:latin typeface="맑은 고딕"/>
              </a:rPr>
              <a:t>알아두세요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768000" y="6948000"/>
            <a:ext cx="3168000" cy="504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50" b="0">
                <a:solidFill>
                  <a:srgbClr val="222222"/>
                </a:solidFill>
                <a:latin typeface="맑은 고딕"/>
              </a:rPr>
              <a:t>왼쪽 단계 표시에서 완료한 단계에는 체크가 생겨요. 다음 단계는 잠겨 있어요. (6단원정리·7뒤표지·8만화보기 이어짐)</a:t>
            </a:r>
          </a:p>
        </p:txBody>
      </p:sp>
      <p:sp>
        <p:nvSpPr>
          <p:cNvPr id="28" name="Rectangle 27"/>
          <p:cNvSpPr/>
          <p:nvPr/>
        </p:nvSpPr>
        <p:spPr>
          <a:xfrm>
            <a:off x="0" y="6840000"/>
            <a:ext cx="10692000" cy="720000"/>
          </a:xfrm>
          <a:prstGeom prst="rect">
            <a:avLst/>
          </a:prstGeom>
          <a:solidFill>
            <a:srgbClr val="F6F8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76000" y="6912000"/>
            <a:ext cx="3240000" cy="432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666666"/>
                </a:solidFill>
                <a:latin typeface="맑은 고딕"/>
              </a:rPr>
              <a:t>이전: 시작하기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680000" y="6912000"/>
            <a:ext cx="1440000" cy="432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00" b="1">
                <a:solidFill>
                  <a:srgbClr val="134B4C"/>
                </a:solidFill>
                <a:latin typeface="맑은 고딕"/>
              </a:rPr>
              <a:t>4 / 20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200000" y="6912000"/>
            <a:ext cx="3240000" cy="432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666666"/>
                </a:solidFill>
                <a:latin typeface="맑은 고딕"/>
              </a:rPr>
              <a:t>v1.0  |  다음: 학년·학기·과목·단원 선택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692000" cy="1296000"/>
          </a:xfrm>
          <a:prstGeom prst="rect">
            <a:avLst/>
          </a:prstGeom>
          <a:solidFill>
            <a:srgbClr val="134B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296000"/>
            <a:ext cx="10692000" cy="144000"/>
          </a:xfrm>
          <a:prstGeom prst="rect">
            <a:avLst/>
          </a:prstGeom>
          <a:solidFill>
            <a:srgbClr val="FFD8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76000" y="288000"/>
            <a:ext cx="1728000" cy="792000"/>
          </a:xfrm>
          <a:prstGeom prst="roundRect">
            <a:avLst/>
          </a:prstGeom>
          <a:solidFill>
            <a:srgbClr val="FFD8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8000" y="360000"/>
            <a:ext cx="1584000" cy="648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400" b="1">
                <a:solidFill>
                  <a:srgbClr val="134B4C"/>
                </a:solidFill>
                <a:latin typeface="맑은 고딕"/>
              </a:rPr>
              <a:t>STEP 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520000" y="216000"/>
            <a:ext cx="7560000" cy="504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FFFFFF"/>
                </a:solidFill>
                <a:latin typeface="맑은 고딕"/>
              </a:rPr>
              <a:t>학년·학기·과목·단원 선택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520000" y="792000"/>
            <a:ext cx="7560000" cy="432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DDEEEE"/>
                </a:solidFill>
                <a:latin typeface="맑은 고딕"/>
              </a:rPr>
              <a:t>만들고 싶은 단원을 골라요.</a:t>
            </a:r>
          </a:p>
        </p:txBody>
      </p:sp>
      <p:pic>
        <p:nvPicPr>
          <p:cNvPr id="8" name="Picture 7" descr="img-0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6000" y="1728000"/>
            <a:ext cx="5724000" cy="439200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6588000" y="1728000"/>
            <a:ext cx="3528000" cy="3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134B4C"/>
                </a:solidFill>
                <a:latin typeface="맑은 고딕"/>
              </a:rPr>
              <a:t>이렇게 해요</a:t>
            </a:r>
          </a:p>
        </p:txBody>
      </p:sp>
      <p:sp>
        <p:nvSpPr>
          <p:cNvPr id="10" name="Oval 9"/>
          <p:cNvSpPr/>
          <p:nvPr/>
        </p:nvSpPr>
        <p:spPr>
          <a:xfrm>
            <a:off x="6588000" y="2340000"/>
            <a:ext cx="252000" cy="252000"/>
          </a:xfrm>
          <a:prstGeom prst="ellipse">
            <a:avLst/>
          </a:prstGeom>
          <a:solidFill>
            <a:srgbClr val="134B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624000" y="2304000"/>
            <a:ext cx="252000" cy="288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맑은 고딕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948000" y="2304000"/>
            <a:ext cx="3168000" cy="864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50" b="0">
                <a:solidFill>
                  <a:srgbClr val="222222"/>
                </a:solidFill>
                <a:latin typeface="맑은 고딕"/>
              </a:rPr>
              <a:t>학년과 학기를 골라요. (예: 초4, 1학기)</a:t>
            </a:r>
          </a:p>
        </p:txBody>
      </p:sp>
      <p:sp>
        <p:nvSpPr>
          <p:cNvPr id="13" name="Oval 12"/>
          <p:cNvSpPr/>
          <p:nvPr/>
        </p:nvSpPr>
        <p:spPr>
          <a:xfrm>
            <a:off x="6588000" y="3132000"/>
            <a:ext cx="252000" cy="252000"/>
          </a:xfrm>
          <a:prstGeom prst="ellipse">
            <a:avLst/>
          </a:prstGeom>
          <a:solidFill>
            <a:srgbClr val="134B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624000" y="3096000"/>
            <a:ext cx="252000" cy="288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맑은 고딕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948000" y="3096000"/>
            <a:ext cx="3168000" cy="864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50" b="0">
                <a:solidFill>
                  <a:srgbClr val="222222"/>
                </a:solidFill>
                <a:latin typeface="맑은 고딕"/>
              </a:rPr>
              <a:t>‘다음 단계 🚀’를 눌러요.</a:t>
            </a:r>
          </a:p>
        </p:txBody>
      </p:sp>
      <p:sp>
        <p:nvSpPr>
          <p:cNvPr id="16" name="Oval 15"/>
          <p:cNvSpPr/>
          <p:nvPr/>
        </p:nvSpPr>
        <p:spPr>
          <a:xfrm>
            <a:off x="6588000" y="3924000"/>
            <a:ext cx="252000" cy="252000"/>
          </a:xfrm>
          <a:prstGeom prst="ellipse">
            <a:avLst/>
          </a:prstGeom>
          <a:solidFill>
            <a:srgbClr val="134B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624000" y="3888000"/>
            <a:ext cx="252000" cy="288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맑은 고딕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948000" y="3888000"/>
            <a:ext cx="3168000" cy="864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50" b="0">
                <a:solidFill>
                  <a:srgbClr val="222222"/>
                </a:solidFill>
                <a:latin typeface="맑은 고딕"/>
              </a:rPr>
              <a:t>과목과 대단원, 중단원을 골라요. (예: 과학)</a:t>
            </a:r>
          </a:p>
        </p:txBody>
      </p:sp>
      <p:sp>
        <p:nvSpPr>
          <p:cNvPr id="19" name="Oval 18"/>
          <p:cNvSpPr/>
          <p:nvPr/>
        </p:nvSpPr>
        <p:spPr>
          <a:xfrm>
            <a:off x="6588000" y="4716000"/>
            <a:ext cx="252000" cy="252000"/>
          </a:xfrm>
          <a:prstGeom prst="ellipse">
            <a:avLst/>
          </a:prstGeom>
          <a:solidFill>
            <a:srgbClr val="134B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624000" y="4680000"/>
            <a:ext cx="252000" cy="288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맑은 고딕"/>
              </a:rPr>
              <a:t>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948000" y="4680000"/>
            <a:ext cx="3168000" cy="864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50" b="0">
                <a:solidFill>
                  <a:srgbClr val="222222"/>
                </a:solidFill>
                <a:latin typeface="맑은 고딕"/>
              </a:rPr>
              <a:t>‘주제 만들기 ✨’를 누르면 다음으로 넘어가요.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588000" y="5616000"/>
            <a:ext cx="3528000" cy="1080000"/>
          </a:xfrm>
          <a:prstGeom prst="roundRect">
            <a:avLst/>
          </a:prstGeom>
          <a:solidFill>
            <a:srgbClr val="EAF2FC"/>
          </a:solidFill>
          <a:ln w="12700">
            <a:solidFill>
              <a:srgbClr val="3B82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768000" y="5724000"/>
            <a:ext cx="3168000" cy="3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3B82C4"/>
                </a:solidFill>
                <a:latin typeface="맑은 고딕"/>
              </a:rPr>
              <a:t>알아두세요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768000" y="6156000"/>
            <a:ext cx="3168000" cy="504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50" b="0">
                <a:solidFill>
                  <a:srgbClr val="222222"/>
                </a:solidFill>
                <a:latin typeface="맑은 고딕"/>
              </a:rPr>
              <a:t>선생님이 정해 준 학년·단원만 골라야 할 수도 있어요.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0" y="6840000"/>
            <a:ext cx="10692000" cy="720000"/>
          </a:xfrm>
          <a:prstGeom prst="rect">
            <a:avLst/>
          </a:prstGeom>
          <a:solidFill>
            <a:srgbClr val="F6F8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76000" y="6912000"/>
            <a:ext cx="3240000" cy="432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666666"/>
                </a:solidFill>
                <a:latin typeface="맑은 고딕"/>
              </a:rPr>
              <a:t>이전: 전체 제작 과정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680000" y="6912000"/>
            <a:ext cx="1440000" cy="432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00" b="1">
                <a:solidFill>
                  <a:srgbClr val="134B4C"/>
                </a:solidFill>
                <a:latin typeface="맑은 고딕"/>
              </a:rPr>
              <a:t>5 / 20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200000" y="6912000"/>
            <a:ext cx="3240000" cy="432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666666"/>
                </a:solidFill>
                <a:latin typeface="맑은 고딕"/>
              </a:rPr>
              <a:t>v1.0  |  다음: 핵심어 선택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692000" cy="1296000"/>
          </a:xfrm>
          <a:prstGeom prst="rect">
            <a:avLst/>
          </a:prstGeom>
          <a:solidFill>
            <a:srgbClr val="134B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296000"/>
            <a:ext cx="10692000" cy="144000"/>
          </a:xfrm>
          <a:prstGeom prst="rect">
            <a:avLst/>
          </a:prstGeom>
          <a:solidFill>
            <a:srgbClr val="FFD8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76000" y="288000"/>
            <a:ext cx="1728000" cy="792000"/>
          </a:xfrm>
          <a:prstGeom prst="roundRect">
            <a:avLst/>
          </a:prstGeom>
          <a:solidFill>
            <a:srgbClr val="FFD8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8000" y="360000"/>
            <a:ext cx="1584000" cy="648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400" b="1">
                <a:solidFill>
                  <a:srgbClr val="134B4C"/>
                </a:solidFill>
                <a:latin typeface="맑은 고딕"/>
              </a:rPr>
              <a:t>STEP 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520000" y="216000"/>
            <a:ext cx="7560000" cy="504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FFFFFF"/>
                </a:solidFill>
                <a:latin typeface="맑은 고딕"/>
              </a:rPr>
              <a:t>핵심어 선택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520000" y="792000"/>
            <a:ext cx="7560000" cy="432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DDEEEE"/>
                </a:solidFill>
                <a:latin typeface="맑은 고딕"/>
              </a:rPr>
              <a:t>만화에 넣을 핵심어를 골라요.</a:t>
            </a:r>
          </a:p>
        </p:txBody>
      </p:sp>
      <p:pic>
        <p:nvPicPr>
          <p:cNvPr id="8" name="Picture 7" descr="img-0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6000" y="1728000"/>
            <a:ext cx="5724000" cy="439200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6588000" y="1728000"/>
            <a:ext cx="3528000" cy="3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134B4C"/>
                </a:solidFill>
                <a:latin typeface="맑은 고딕"/>
              </a:rPr>
              <a:t>이렇게 해요</a:t>
            </a:r>
          </a:p>
        </p:txBody>
      </p:sp>
      <p:sp>
        <p:nvSpPr>
          <p:cNvPr id="10" name="Oval 9"/>
          <p:cNvSpPr/>
          <p:nvPr/>
        </p:nvSpPr>
        <p:spPr>
          <a:xfrm>
            <a:off x="6588000" y="2340000"/>
            <a:ext cx="252000" cy="252000"/>
          </a:xfrm>
          <a:prstGeom prst="ellipse">
            <a:avLst/>
          </a:prstGeom>
          <a:solidFill>
            <a:srgbClr val="134B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624000" y="2304000"/>
            <a:ext cx="252000" cy="288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맑은 고딕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948000" y="2304000"/>
            <a:ext cx="3168000" cy="864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50" b="0">
                <a:solidFill>
                  <a:srgbClr val="222222"/>
                </a:solidFill>
                <a:latin typeface="맑은 고딕"/>
              </a:rPr>
              <a:t>‘키워드 추천 ✨’를 누르면 핵심어가 나와요.</a:t>
            </a:r>
          </a:p>
        </p:txBody>
      </p:sp>
      <p:sp>
        <p:nvSpPr>
          <p:cNvPr id="13" name="Oval 12"/>
          <p:cNvSpPr/>
          <p:nvPr/>
        </p:nvSpPr>
        <p:spPr>
          <a:xfrm>
            <a:off x="6588000" y="3132000"/>
            <a:ext cx="252000" cy="252000"/>
          </a:xfrm>
          <a:prstGeom prst="ellipse">
            <a:avLst/>
          </a:prstGeom>
          <a:solidFill>
            <a:srgbClr val="134B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624000" y="3096000"/>
            <a:ext cx="252000" cy="288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맑은 고딕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948000" y="3096000"/>
            <a:ext cx="3168000" cy="864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50" b="0">
                <a:solidFill>
                  <a:srgbClr val="222222"/>
                </a:solidFill>
                <a:latin typeface="맑은 고딕"/>
              </a:rPr>
              <a:t>마음에 드는 핵심어를 눌러 골라요. (최대 4개)</a:t>
            </a:r>
          </a:p>
        </p:txBody>
      </p:sp>
      <p:sp>
        <p:nvSpPr>
          <p:cNvPr id="16" name="Oval 15"/>
          <p:cNvSpPr/>
          <p:nvPr/>
        </p:nvSpPr>
        <p:spPr>
          <a:xfrm>
            <a:off x="6588000" y="3924000"/>
            <a:ext cx="252000" cy="252000"/>
          </a:xfrm>
          <a:prstGeom prst="ellipse">
            <a:avLst/>
          </a:prstGeom>
          <a:solidFill>
            <a:srgbClr val="134B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624000" y="3888000"/>
            <a:ext cx="252000" cy="288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맑은 고딕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948000" y="3888000"/>
            <a:ext cx="3168000" cy="864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50" b="0">
                <a:solidFill>
                  <a:srgbClr val="222222"/>
                </a:solidFill>
                <a:latin typeface="맑은 고딕"/>
              </a:rPr>
              <a:t>‘키워드 2개 더 보기 ✨’로 더 볼 수 있어요.</a:t>
            </a:r>
          </a:p>
        </p:txBody>
      </p:sp>
      <p:sp>
        <p:nvSpPr>
          <p:cNvPr id="19" name="Oval 18"/>
          <p:cNvSpPr/>
          <p:nvPr/>
        </p:nvSpPr>
        <p:spPr>
          <a:xfrm>
            <a:off x="6588000" y="4716000"/>
            <a:ext cx="252000" cy="252000"/>
          </a:xfrm>
          <a:prstGeom prst="ellipse">
            <a:avLst/>
          </a:prstGeom>
          <a:solidFill>
            <a:srgbClr val="134B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624000" y="4680000"/>
            <a:ext cx="252000" cy="288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맑은 고딕"/>
              </a:rPr>
              <a:t>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948000" y="4680000"/>
            <a:ext cx="3168000" cy="864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50" b="0">
                <a:solidFill>
                  <a:srgbClr val="222222"/>
                </a:solidFill>
                <a:latin typeface="맑은 고딕"/>
              </a:rPr>
              <a:t>다 골랐으면 ‘이 키워드로 주제 만들기 ✨’를 눌러요.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588000" y="5616000"/>
            <a:ext cx="3528000" cy="1080000"/>
          </a:xfrm>
          <a:prstGeom prst="roundRect">
            <a:avLst/>
          </a:prstGeom>
          <a:solidFill>
            <a:srgbClr val="FEEFE6"/>
          </a:solidFill>
          <a:ln w="12700">
            <a:solidFill>
              <a:srgbClr val="F59E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768000" y="5724000"/>
            <a:ext cx="3168000" cy="3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F59E42"/>
                </a:solidFill>
                <a:latin typeface="맑은 고딕"/>
              </a:rPr>
              <a:t>주의하세요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768000" y="6156000"/>
            <a:ext cx="3168000" cy="504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50" b="0">
                <a:solidFill>
                  <a:srgbClr val="222222"/>
                </a:solidFill>
                <a:latin typeface="맑은 고딕"/>
              </a:rPr>
              <a:t>핵심어는 최대 4개까지만 고를 수 있어요.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0" y="6840000"/>
            <a:ext cx="10692000" cy="720000"/>
          </a:xfrm>
          <a:prstGeom prst="rect">
            <a:avLst/>
          </a:prstGeom>
          <a:solidFill>
            <a:srgbClr val="F6F8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76000" y="6912000"/>
            <a:ext cx="3240000" cy="432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666666"/>
                </a:solidFill>
                <a:latin typeface="맑은 고딕"/>
              </a:rPr>
              <a:t>이전: 학년·학기·과목·단원 선택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680000" y="6912000"/>
            <a:ext cx="1440000" cy="432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00" b="1">
                <a:solidFill>
                  <a:srgbClr val="134B4C"/>
                </a:solidFill>
                <a:latin typeface="맑은 고딕"/>
              </a:rPr>
              <a:t>6 / 20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200000" y="6912000"/>
            <a:ext cx="3240000" cy="432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666666"/>
                </a:solidFill>
                <a:latin typeface="맑은 고딕"/>
              </a:rPr>
              <a:t>v1.0  |  다음: 만화 주제 만들기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692000" cy="1296000"/>
          </a:xfrm>
          <a:prstGeom prst="rect">
            <a:avLst/>
          </a:prstGeom>
          <a:solidFill>
            <a:srgbClr val="134B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296000"/>
            <a:ext cx="10692000" cy="144000"/>
          </a:xfrm>
          <a:prstGeom prst="rect">
            <a:avLst/>
          </a:prstGeom>
          <a:solidFill>
            <a:srgbClr val="FFD8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76000" y="288000"/>
            <a:ext cx="1728000" cy="792000"/>
          </a:xfrm>
          <a:prstGeom prst="roundRect">
            <a:avLst/>
          </a:prstGeom>
          <a:solidFill>
            <a:srgbClr val="FFD8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8000" y="360000"/>
            <a:ext cx="1584000" cy="648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400" b="1">
                <a:solidFill>
                  <a:srgbClr val="134B4C"/>
                </a:solidFill>
                <a:latin typeface="맑은 고딕"/>
              </a:rPr>
              <a:t>STEP 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520000" y="216000"/>
            <a:ext cx="7560000" cy="504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FFFFFF"/>
                </a:solidFill>
                <a:latin typeface="맑은 고딕"/>
              </a:rPr>
              <a:t>만화 주제 만들기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520000" y="792000"/>
            <a:ext cx="7560000" cy="432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DDEEEE"/>
                </a:solidFill>
                <a:latin typeface="맑은 고딕"/>
              </a:rPr>
              <a:t>고른 핵심어로 만화 주제를 받아요.</a:t>
            </a:r>
          </a:p>
        </p:txBody>
      </p:sp>
      <p:pic>
        <p:nvPicPr>
          <p:cNvPr id="8" name="Picture 7" descr="img-0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6000" y="1728000"/>
            <a:ext cx="5724000" cy="439200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6588000" y="1728000"/>
            <a:ext cx="3528000" cy="3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134B4C"/>
                </a:solidFill>
                <a:latin typeface="맑은 고딕"/>
              </a:rPr>
              <a:t>이렇게 해요</a:t>
            </a:r>
          </a:p>
        </p:txBody>
      </p:sp>
      <p:sp>
        <p:nvSpPr>
          <p:cNvPr id="10" name="Oval 9"/>
          <p:cNvSpPr/>
          <p:nvPr/>
        </p:nvSpPr>
        <p:spPr>
          <a:xfrm>
            <a:off x="6588000" y="2340000"/>
            <a:ext cx="252000" cy="252000"/>
          </a:xfrm>
          <a:prstGeom prst="ellipse">
            <a:avLst/>
          </a:prstGeom>
          <a:solidFill>
            <a:srgbClr val="134B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624000" y="2304000"/>
            <a:ext cx="252000" cy="288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맑은 고딕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948000" y="2304000"/>
            <a:ext cx="3168000" cy="864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50" b="0">
                <a:solidFill>
                  <a:srgbClr val="222222"/>
                </a:solidFill>
                <a:latin typeface="맑은 고딕"/>
              </a:rPr>
              <a:t>핵심어를 바탕으로 주제가 2개 만들어져요.</a:t>
            </a:r>
          </a:p>
        </p:txBody>
      </p:sp>
      <p:sp>
        <p:nvSpPr>
          <p:cNvPr id="13" name="Oval 12"/>
          <p:cNvSpPr/>
          <p:nvPr/>
        </p:nvSpPr>
        <p:spPr>
          <a:xfrm>
            <a:off x="6588000" y="3132000"/>
            <a:ext cx="252000" cy="252000"/>
          </a:xfrm>
          <a:prstGeom prst="ellipse">
            <a:avLst/>
          </a:prstGeom>
          <a:solidFill>
            <a:srgbClr val="134B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624000" y="3096000"/>
            <a:ext cx="252000" cy="288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맑은 고딕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948000" y="3096000"/>
            <a:ext cx="3168000" cy="864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50" b="0">
                <a:solidFill>
                  <a:srgbClr val="222222"/>
                </a:solidFill>
                <a:latin typeface="맑은 고딕"/>
              </a:rPr>
              <a:t>‘+2개 더 보기’로 다른 주제를 볼 수 있어요. (최대 10개)</a:t>
            </a:r>
          </a:p>
        </p:txBody>
      </p:sp>
      <p:sp>
        <p:nvSpPr>
          <p:cNvPr id="16" name="Oval 15"/>
          <p:cNvSpPr/>
          <p:nvPr/>
        </p:nvSpPr>
        <p:spPr>
          <a:xfrm>
            <a:off x="6588000" y="3924000"/>
            <a:ext cx="252000" cy="252000"/>
          </a:xfrm>
          <a:prstGeom prst="ellipse">
            <a:avLst/>
          </a:prstGeom>
          <a:solidFill>
            <a:srgbClr val="134B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624000" y="3888000"/>
            <a:ext cx="252000" cy="288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맑은 고딕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948000" y="3888000"/>
            <a:ext cx="3168000" cy="864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50" b="0">
                <a:solidFill>
                  <a:srgbClr val="222222"/>
                </a:solidFill>
                <a:latin typeface="맑은 고딕"/>
              </a:rPr>
              <a:t>가장 마음에 드는 주제를 한 개 골라요.</a:t>
            </a:r>
          </a:p>
        </p:txBody>
      </p:sp>
      <p:sp>
        <p:nvSpPr>
          <p:cNvPr id="19" name="Oval 18"/>
          <p:cNvSpPr/>
          <p:nvPr/>
        </p:nvSpPr>
        <p:spPr>
          <a:xfrm>
            <a:off x="6588000" y="4716000"/>
            <a:ext cx="252000" cy="252000"/>
          </a:xfrm>
          <a:prstGeom prst="ellipse">
            <a:avLst/>
          </a:prstGeom>
          <a:solidFill>
            <a:srgbClr val="134B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624000" y="4680000"/>
            <a:ext cx="252000" cy="288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맑은 고딕"/>
              </a:rPr>
              <a:t>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948000" y="4680000"/>
            <a:ext cx="3168000" cy="864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50" b="0">
                <a:solidFill>
                  <a:srgbClr val="222222"/>
                </a:solidFill>
                <a:latin typeface="맑은 고딕"/>
              </a:rPr>
              <a:t>‘대본 만들기 🚀’를 눌러요.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588000" y="5616000"/>
            <a:ext cx="3528000" cy="1080000"/>
          </a:xfrm>
          <a:prstGeom prst="roundRect">
            <a:avLst/>
          </a:prstGeom>
          <a:solidFill>
            <a:srgbClr val="EAF2FC"/>
          </a:solidFill>
          <a:ln w="12700">
            <a:solidFill>
              <a:srgbClr val="3B82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768000" y="5724000"/>
            <a:ext cx="3168000" cy="3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3B82C4"/>
                </a:solidFill>
                <a:latin typeface="맑은 고딕"/>
              </a:rPr>
              <a:t>알아두세요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768000" y="6156000"/>
            <a:ext cx="3168000" cy="504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50" b="0">
                <a:solidFill>
                  <a:srgbClr val="222222"/>
                </a:solidFill>
                <a:latin typeface="맑은 고딕"/>
              </a:rPr>
              <a:t>주제가 마음에 없으면 ‘새로운 이야기로 다시 받기 🔄’를 눌러요.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0" y="6840000"/>
            <a:ext cx="10692000" cy="720000"/>
          </a:xfrm>
          <a:prstGeom prst="rect">
            <a:avLst/>
          </a:prstGeom>
          <a:solidFill>
            <a:srgbClr val="F6F8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76000" y="6912000"/>
            <a:ext cx="3240000" cy="432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666666"/>
                </a:solidFill>
                <a:latin typeface="맑은 고딕"/>
              </a:rPr>
              <a:t>이전: 핵심어 선택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680000" y="6912000"/>
            <a:ext cx="1440000" cy="432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00" b="1">
                <a:solidFill>
                  <a:srgbClr val="134B4C"/>
                </a:solidFill>
                <a:latin typeface="맑은 고딕"/>
              </a:rPr>
              <a:t>7 / 20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200000" y="6912000"/>
            <a:ext cx="3240000" cy="432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666666"/>
                </a:solidFill>
                <a:latin typeface="맑은 고딕"/>
              </a:rPr>
              <a:t>v1.0  |  다음: 6컷 대본 만들기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692000" cy="1296000"/>
          </a:xfrm>
          <a:prstGeom prst="rect">
            <a:avLst/>
          </a:prstGeom>
          <a:solidFill>
            <a:srgbClr val="134B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296000"/>
            <a:ext cx="10692000" cy="144000"/>
          </a:xfrm>
          <a:prstGeom prst="rect">
            <a:avLst/>
          </a:prstGeom>
          <a:solidFill>
            <a:srgbClr val="FFD8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76000" y="288000"/>
            <a:ext cx="1728000" cy="792000"/>
          </a:xfrm>
          <a:prstGeom prst="roundRect">
            <a:avLst/>
          </a:prstGeom>
          <a:solidFill>
            <a:srgbClr val="FFD8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8000" y="360000"/>
            <a:ext cx="1584000" cy="648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400" b="1">
                <a:solidFill>
                  <a:srgbClr val="134B4C"/>
                </a:solidFill>
                <a:latin typeface="맑은 고딕"/>
              </a:rPr>
              <a:t>STEP 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520000" y="216000"/>
            <a:ext cx="7560000" cy="504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FFFFFF"/>
                </a:solidFill>
                <a:latin typeface="맑은 고딕"/>
              </a:rPr>
              <a:t>6컷 대본 만들기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520000" y="792000"/>
            <a:ext cx="7560000" cy="432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DDEEEE"/>
                </a:solidFill>
                <a:latin typeface="맑은 고딕"/>
              </a:rPr>
              <a:t>AI가 6컷 대본을 만들어 줘요.</a:t>
            </a:r>
          </a:p>
        </p:txBody>
      </p:sp>
      <p:pic>
        <p:nvPicPr>
          <p:cNvPr id="8" name="Picture 7" descr="img-0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6000" y="1728000"/>
            <a:ext cx="5724000" cy="439200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6588000" y="1728000"/>
            <a:ext cx="3528000" cy="3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134B4C"/>
                </a:solidFill>
                <a:latin typeface="맑은 고딕"/>
              </a:rPr>
              <a:t>이렇게 해요</a:t>
            </a:r>
          </a:p>
        </p:txBody>
      </p:sp>
      <p:sp>
        <p:nvSpPr>
          <p:cNvPr id="10" name="Oval 9"/>
          <p:cNvSpPr/>
          <p:nvPr/>
        </p:nvSpPr>
        <p:spPr>
          <a:xfrm>
            <a:off x="6588000" y="2340000"/>
            <a:ext cx="252000" cy="252000"/>
          </a:xfrm>
          <a:prstGeom prst="ellipse">
            <a:avLst/>
          </a:prstGeom>
          <a:solidFill>
            <a:srgbClr val="134B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624000" y="2304000"/>
            <a:ext cx="252000" cy="288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맑은 고딕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948000" y="2304000"/>
            <a:ext cx="3168000" cy="864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50" b="0">
                <a:solidFill>
                  <a:srgbClr val="222222"/>
                </a:solidFill>
                <a:latin typeface="맑은 고딕"/>
              </a:rPr>
              <a:t>‘AI 생성하기’를 눌러요.</a:t>
            </a:r>
          </a:p>
        </p:txBody>
      </p:sp>
      <p:sp>
        <p:nvSpPr>
          <p:cNvPr id="13" name="Oval 12"/>
          <p:cNvSpPr/>
          <p:nvPr/>
        </p:nvSpPr>
        <p:spPr>
          <a:xfrm>
            <a:off x="6588000" y="3132000"/>
            <a:ext cx="252000" cy="252000"/>
          </a:xfrm>
          <a:prstGeom prst="ellipse">
            <a:avLst/>
          </a:prstGeom>
          <a:solidFill>
            <a:srgbClr val="134B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624000" y="3096000"/>
            <a:ext cx="252000" cy="288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맑은 고딕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948000" y="3096000"/>
            <a:ext cx="3168000" cy="864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50" b="0">
                <a:solidFill>
                  <a:srgbClr val="222222"/>
                </a:solidFill>
                <a:latin typeface="맑은 고딕"/>
              </a:rPr>
              <a:t>대본이 만들어지는 동안 잠시 기다려요. (1·2단계)</a:t>
            </a:r>
          </a:p>
        </p:txBody>
      </p:sp>
      <p:sp>
        <p:nvSpPr>
          <p:cNvPr id="16" name="Oval 15"/>
          <p:cNvSpPr/>
          <p:nvPr/>
        </p:nvSpPr>
        <p:spPr>
          <a:xfrm>
            <a:off x="6588000" y="3924000"/>
            <a:ext cx="252000" cy="252000"/>
          </a:xfrm>
          <a:prstGeom prst="ellipse">
            <a:avLst/>
          </a:prstGeom>
          <a:solidFill>
            <a:srgbClr val="134B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624000" y="3888000"/>
            <a:ext cx="252000" cy="288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맑은 고딕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948000" y="3888000"/>
            <a:ext cx="3168000" cy="864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50" b="0">
                <a:solidFill>
                  <a:srgbClr val="222222"/>
                </a:solidFill>
                <a:latin typeface="맑은 고딕"/>
              </a:rPr>
              <a:t>6컷 대본과 핵심 개념 3개, 표지 대화가 만들어져요.</a:t>
            </a:r>
          </a:p>
        </p:txBody>
      </p:sp>
      <p:sp>
        <p:nvSpPr>
          <p:cNvPr id="19" name="Oval 18"/>
          <p:cNvSpPr/>
          <p:nvPr/>
        </p:nvSpPr>
        <p:spPr>
          <a:xfrm>
            <a:off x="6588000" y="4716000"/>
            <a:ext cx="252000" cy="252000"/>
          </a:xfrm>
          <a:prstGeom prst="ellipse">
            <a:avLst/>
          </a:prstGeom>
          <a:solidFill>
            <a:srgbClr val="134B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624000" y="4680000"/>
            <a:ext cx="252000" cy="288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맑은 고딕"/>
              </a:rPr>
              <a:t>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948000" y="4680000"/>
            <a:ext cx="3168000" cy="864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50" b="0">
                <a:solidFill>
                  <a:srgbClr val="222222"/>
                </a:solidFill>
                <a:latin typeface="맑은 고딕"/>
              </a:rPr>
              <a:t>‘표지만들기’를 눌러요.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588000" y="5616000"/>
            <a:ext cx="3528000" cy="1080000"/>
          </a:xfrm>
          <a:prstGeom prst="roundRect">
            <a:avLst/>
          </a:prstGeom>
          <a:solidFill>
            <a:srgbClr val="EAF2FC"/>
          </a:solidFill>
          <a:ln w="12700">
            <a:solidFill>
              <a:srgbClr val="3B82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768000" y="5724000"/>
            <a:ext cx="3168000" cy="3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3B82C4"/>
                </a:solidFill>
                <a:latin typeface="맑은 고딕"/>
              </a:rPr>
              <a:t>알아두세요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768000" y="6156000"/>
            <a:ext cx="3168000" cy="504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50" b="0">
                <a:solidFill>
                  <a:srgbClr val="222222"/>
                </a:solidFill>
                <a:latin typeface="맑은 고딕"/>
              </a:rPr>
              <a:t>‘AI로 다시 만들기’를 누르면 대본을 새로 받을 수 있어요.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0" y="6840000"/>
            <a:ext cx="10692000" cy="720000"/>
          </a:xfrm>
          <a:prstGeom prst="rect">
            <a:avLst/>
          </a:prstGeom>
          <a:solidFill>
            <a:srgbClr val="F6F8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76000" y="6912000"/>
            <a:ext cx="3240000" cy="432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666666"/>
                </a:solidFill>
                <a:latin typeface="맑은 고딕"/>
              </a:rPr>
              <a:t>이전: 만화 주제 만들기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680000" y="6912000"/>
            <a:ext cx="1440000" cy="432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00" b="1">
                <a:solidFill>
                  <a:srgbClr val="134B4C"/>
                </a:solidFill>
                <a:latin typeface="맑은 고딕"/>
              </a:rPr>
              <a:t>8 / 20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200000" y="6912000"/>
            <a:ext cx="3240000" cy="432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666666"/>
                </a:solidFill>
                <a:latin typeface="맑은 고딕"/>
              </a:rPr>
              <a:t>v1.0  |  다음: 대본 수정하기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692000" cy="1296000"/>
          </a:xfrm>
          <a:prstGeom prst="rect">
            <a:avLst/>
          </a:prstGeom>
          <a:solidFill>
            <a:srgbClr val="134B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296000"/>
            <a:ext cx="10692000" cy="144000"/>
          </a:xfrm>
          <a:prstGeom prst="rect">
            <a:avLst/>
          </a:prstGeom>
          <a:solidFill>
            <a:srgbClr val="FFD8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76000" y="288000"/>
            <a:ext cx="1728000" cy="792000"/>
          </a:xfrm>
          <a:prstGeom prst="roundRect">
            <a:avLst/>
          </a:prstGeom>
          <a:solidFill>
            <a:srgbClr val="FFD8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8000" y="360000"/>
            <a:ext cx="1584000" cy="648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400" b="1">
                <a:solidFill>
                  <a:srgbClr val="134B4C"/>
                </a:solidFill>
                <a:latin typeface="맑은 고딕"/>
              </a:rPr>
              <a:t>STEP 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520000" y="216000"/>
            <a:ext cx="7560000" cy="504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FFFFFF"/>
                </a:solidFill>
                <a:latin typeface="맑은 고딕"/>
              </a:rPr>
              <a:t>대본 수정하기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520000" y="792000"/>
            <a:ext cx="7560000" cy="432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DDEEEE"/>
                </a:solidFill>
                <a:latin typeface="맑은 고딕"/>
              </a:rPr>
              <a:t>대본을 내 마음대로 고쳐요.</a:t>
            </a:r>
          </a:p>
        </p:txBody>
      </p:sp>
      <p:pic>
        <p:nvPicPr>
          <p:cNvPr id="8" name="Picture 7" descr="img-0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6000" y="1728000"/>
            <a:ext cx="5724000" cy="439200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6588000" y="1728000"/>
            <a:ext cx="3528000" cy="3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134B4C"/>
                </a:solidFill>
                <a:latin typeface="맑은 고딕"/>
              </a:rPr>
              <a:t>이렇게 해요</a:t>
            </a:r>
          </a:p>
        </p:txBody>
      </p:sp>
      <p:sp>
        <p:nvSpPr>
          <p:cNvPr id="10" name="Oval 9"/>
          <p:cNvSpPr/>
          <p:nvPr/>
        </p:nvSpPr>
        <p:spPr>
          <a:xfrm>
            <a:off x="6588000" y="2340000"/>
            <a:ext cx="252000" cy="252000"/>
          </a:xfrm>
          <a:prstGeom prst="ellipse">
            <a:avLst/>
          </a:prstGeom>
          <a:solidFill>
            <a:srgbClr val="134B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624000" y="2304000"/>
            <a:ext cx="252000" cy="288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맑은 고딕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948000" y="2304000"/>
            <a:ext cx="3168000" cy="864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50" b="0">
                <a:solidFill>
                  <a:srgbClr val="222222"/>
                </a:solidFill>
                <a:latin typeface="맑은 고딕"/>
              </a:rPr>
              <a:t>‘컷 편집’에서 6컷의 장면과 대사를 고쳐요.</a:t>
            </a:r>
          </a:p>
        </p:txBody>
      </p:sp>
      <p:sp>
        <p:nvSpPr>
          <p:cNvPr id="13" name="Oval 12"/>
          <p:cNvSpPr/>
          <p:nvPr/>
        </p:nvSpPr>
        <p:spPr>
          <a:xfrm>
            <a:off x="6588000" y="3132000"/>
            <a:ext cx="252000" cy="252000"/>
          </a:xfrm>
          <a:prstGeom prst="ellipse">
            <a:avLst/>
          </a:prstGeom>
          <a:solidFill>
            <a:srgbClr val="134B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624000" y="3096000"/>
            <a:ext cx="252000" cy="288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맑은 고딕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948000" y="3096000"/>
            <a:ext cx="3168000" cy="864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50" b="0">
                <a:solidFill>
                  <a:srgbClr val="222222"/>
                </a:solidFill>
                <a:latin typeface="맑은 고딕"/>
              </a:rPr>
              <a:t>‘핵심 개념’에서 3개의 개념을 확인·수정해요.</a:t>
            </a:r>
          </a:p>
        </p:txBody>
      </p:sp>
      <p:sp>
        <p:nvSpPr>
          <p:cNvPr id="16" name="Oval 15"/>
          <p:cNvSpPr/>
          <p:nvPr/>
        </p:nvSpPr>
        <p:spPr>
          <a:xfrm>
            <a:off x="6588000" y="3924000"/>
            <a:ext cx="252000" cy="252000"/>
          </a:xfrm>
          <a:prstGeom prst="ellipse">
            <a:avLst/>
          </a:prstGeom>
          <a:solidFill>
            <a:srgbClr val="134B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624000" y="3888000"/>
            <a:ext cx="252000" cy="288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맑은 고딕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948000" y="3888000"/>
            <a:ext cx="3168000" cy="864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50" b="0">
                <a:solidFill>
                  <a:srgbClr val="222222"/>
                </a:solidFill>
                <a:latin typeface="맑은 고딕"/>
              </a:rPr>
              <a:t>‘표지 대화’에서 하나·도윤·서아의 말을 고쳐요.</a:t>
            </a:r>
          </a:p>
        </p:txBody>
      </p:sp>
      <p:sp>
        <p:nvSpPr>
          <p:cNvPr id="19" name="Oval 18"/>
          <p:cNvSpPr/>
          <p:nvPr/>
        </p:nvSpPr>
        <p:spPr>
          <a:xfrm>
            <a:off x="6588000" y="4716000"/>
            <a:ext cx="252000" cy="252000"/>
          </a:xfrm>
          <a:prstGeom prst="ellipse">
            <a:avLst/>
          </a:prstGeom>
          <a:solidFill>
            <a:srgbClr val="134B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624000" y="4680000"/>
            <a:ext cx="252000" cy="288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맑은 고딕"/>
              </a:rPr>
              <a:t>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948000" y="4680000"/>
            <a:ext cx="3168000" cy="864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50" b="0">
                <a:solidFill>
                  <a:srgbClr val="222222"/>
                </a:solidFill>
                <a:latin typeface="맑은 고딕"/>
              </a:rPr>
              <a:t>다 고쳤으면 ‘표지만들기’를 눌러요.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588000" y="5616000"/>
            <a:ext cx="3528000" cy="1080000"/>
          </a:xfrm>
          <a:prstGeom prst="roundRect">
            <a:avLst/>
          </a:prstGeom>
          <a:solidFill>
            <a:srgbClr val="FEEFE6"/>
          </a:solidFill>
          <a:ln w="12700">
            <a:solidFill>
              <a:srgbClr val="F59E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768000" y="5724000"/>
            <a:ext cx="3168000" cy="3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F59E42"/>
                </a:solidFill>
                <a:latin typeface="맑은 고딕"/>
              </a:rPr>
              <a:t>주의하세요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768000" y="6156000"/>
            <a:ext cx="3168000" cy="504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50" b="0">
                <a:solidFill>
                  <a:srgbClr val="222222"/>
                </a:solidFill>
                <a:latin typeface="맑은 고딕"/>
              </a:rPr>
              <a:t>다음으로 넘가려면 핵심 개념 3개와 표지 대화 3개가 모두 있어야 해요.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0" y="6840000"/>
            <a:ext cx="10692000" cy="720000"/>
          </a:xfrm>
          <a:prstGeom prst="rect">
            <a:avLst/>
          </a:prstGeom>
          <a:solidFill>
            <a:srgbClr val="F6F8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76000" y="6912000"/>
            <a:ext cx="3240000" cy="432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666666"/>
                </a:solidFill>
                <a:latin typeface="맑은 고딕"/>
              </a:rPr>
              <a:t>이전: 6컷 대본 만들기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680000" y="6912000"/>
            <a:ext cx="1440000" cy="432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00" b="1">
                <a:solidFill>
                  <a:srgbClr val="134B4C"/>
                </a:solidFill>
                <a:latin typeface="맑은 고딕"/>
              </a:rPr>
              <a:t>9 / 20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200000" y="6912000"/>
            <a:ext cx="3240000" cy="432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666666"/>
                </a:solidFill>
                <a:latin typeface="맑은 고딕"/>
              </a:rPr>
              <a:t>v1.0  |  다음: 표지 만들기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692000" cy="1296000"/>
          </a:xfrm>
          <a:prstGeom prst="rect">
            <a:avLst/>
          </a:prstGeom>
          <a:solidFill>
            <a:srgbClr val="134B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296000"/>
            <a:ext cx="10692000" cy="144000"/>
          </a:xfrm>
          <a:prstGeom prst="rect">
            <a:avLst/>
          </a:prstGeom>
          <a:solidFill>
            <a:srgbClr val="FFD8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76000" y="288000"/>
            <a:ext cx="1728000" cy="792000"/>
          </a:xfrm>
          <a:prstGeom prst="roundRect">
            <a:avLst/>
          </a:prstGeom>
          <a:solidFill>
            <a:srgbClr val="FFD8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8000" y="360000"/>
            <a:ext cx="1584000" cy="648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400" b="1">
                <a:solidFill>
                  <a:srgbClr val="134B4C"/>
                </a:solidFill>
                <a:latin typeface="맑은 고딕"/>
              </a:rPr>
              <a:t>STEP 10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520000" y="216000"/>
            <a:ext cx="7560000" cy="504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FFFFFF"/>
                </a:solidFill>
                <a:latin typeface="맑은 고딕"/>
              </a:rPr>
              <a:t>표지 만들기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520000" y="792000"/>
            <a:ext cx="7560000" cy="432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DDEEEE"/>
                </a:solidFill>
                <a:latin typeface="맑은 고딕"/>
              </a:rPr>
              <a:t>책 표지를 완성해요.</a:t>
            </a:r>
          </a:p>
        </p:txBody>
      </p:sp>
      <p:pic>
        <p:nvPicPr>
          <p:cNvPr id="8" name="Picture 7" descr="img-1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6000" y="1728000"/>
            <a:ext cx="5724000" cy="439200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6588000" y="1728000"/>
            <a:ext cx="3528000" cy="3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134B4C"/>
                </a:solidFill>
                <a:latin typeface="맑은 고딕"/>
              </a:rPr>
              <a:t>이렇게 해요</a:t>
            </a:r>
          </a:p>
        </p:txBody>
      </p:sp>
      <p:sp>
        <p:nvSpPr>
          <p:cNvPr id="10" name="Oval 9"/>
          <p:cNvSpPr/>
          <p:nvPr/>
        </p:nvSpPr>
        <p:spPr>
          <a:xfrm>
            <a:off x="6588000" y="2340000"/>
            <a:ext cx="252000" cy="252000"/>
          </a:xfrm>
          <a:prstGeom prst="ellipse">
            <a:avLst/>
          </a:prstGeom>
          <a:solidFill>
            <a:srgbClr val="134B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624000" y="2304000"/>
            <a:ext cx="252000" cy="288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맑은 고딕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948000" y="2304000"/>
            <a:ext cx="3168000" cy="864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50" b="0">
                <a:solidFill>
                  <a:srgbClr val="222222"/>
                </a:solidFill>
                <a:latin typeface="맑은 고딕"/>
              </a:rPr>
              <a:t>표지 화면이 열리면 과목에 맞는 배경이 깔려 있어요.</a:t>
            </a:r>
          </a:p>
        </p:txBody>
      </p:sp>
      <p:sp>
        <p:nvSpPr>
          <p:cNvPr id="13" name="Oval 12"/>
          <p:cNvSpPr/>
          <p:nvPr/>
        </p:nvSpPr>
        <p:spPr>
          <a:xfrm>
            <a:off x="6588000" y="3132000"/>
            <a:ext cx="252000" cy="252000"/>
          </a:xfrm>
          <a:prstGeom prst="ellipse">
            <a:avLst/>
          </a:prstGeom>
          <a:solidFill>
            <a:srgbClr val="134B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624000" y="3096000"/>
            <a:ext cx="252000" cy="288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맑은 고딕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948000" y="3096000"/>
            <a:ext cx="3168000" cy="864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50" b="0">
                <a:solidFill>
                  <a:srgbClr val="222222"/>
                </a:solidFill>
                <a:latin typeface="맑은 고딕"/>
              </a:rPr>
              <a:t>‘표지 만들기’를 누르면 제목·핵심 개념·대화가 표지에 들어가요.</a:t>
            </a:r>
          </a:p>
        </p:txBody>
      </p:sp>
      <p:sp>
        <p:nvSpPr>
          <p:cNvPr id="16" name="Oval 15"/>
          <p:cNvSpPr/>
          <p:nvPr/>
        </p:nvSpPr>
        <p:spPr>
          <a:xfrm>
            <a:off x="6588000" y="3924000"/>
            <a:ext cx="252000" cy="252000"/>
          </a:xfrm>
          <a:prstGeom prst="ellipse">
            <a:avLst/>
          </a:prstGeom>
          <a:solidFill>
            <a:srgbClr val="134B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624000" y="3888000"/>
            <a:ext cx="252000" cy="288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맑은 고딕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948000" y="3888000"/>
            <a:ext cx="3168000" cy="864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50" b="0">
                <a:solidFill>
                  <a:srgbClr val="222222"/>
                </a:solidFill>
                <a:latin typeface="맑은 고딕"/>
              </a:rPr>
              <a:t>표지가 완성되면 ‘만화 만들기’를 눌러요.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588000" y="4824000"/>
            <a:ext cx="3528000" cy="1080000"/>
          </a:xfrm>
          <a:prstGeom prst="roundRect">
            <a:avLst/>
          </a:prstGeom>
          <a:solidFill>
            <a:srgbClr val="EAF2FC"/>
          </a:solidFill>
          <a:ln w="12700">
            <a:solidFill>
              <a:srgbClr val="3B82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768000" y="4932000"/>
            <a:ext cx="3168000" cy="3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3B82C4"/>
                </a:solidFill>
                <a:latin typeface="맑은 고딕"/>
              </a:rPr>
              <a:t>알아두세요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768000" y="5364000"/>
            <a:ext cx="3168000" cy="504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50" b="0">
                <a:solidFill>
                  <a:srgbClr val="222222"/>
                </a:solidFill>
                <a:latin typeface="맑은 고딕"/>
              </a:rPr>
              <a:t>표지 배경은 과목마다 자동으로 달라요.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0" y="6840000"/>
            <a:ext cx="10692000" cy="720000"/>
          </a:xfrm>
          <a:prstGeom prst="rect">
            <a:avLst/>
          </a:prstGeom>
          <a:solidFill>
            <a:srgbClr val="F6F8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76000" y="6912000"/>
            <a:ext cx="3240000" cy="432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666666"/>
                </a:solidFill>
                <a:latin typeface="맑은 고딕"/>
              </a:rPr>
              <a:t>이전: 대본 수정하기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680000" y="6912000"/>
            <a:ext cx="1440000" cy="432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00" b="1">
                <a:solidFill>
                  <a:srgbClr val="134B4C"/>
                </a:solidFill>
                <a:latin typeface="맑은 고딕"/>
              </a:rPr>
              <a:t>10 / 20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200000" y="6912000"/>
            <a:ext cx="3240000" cy="432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666666"/>
                </a:solidFill>
                <a:latin typeface="맑은 고딕"/>
              </a:rPr>
              <a:t>v1.0  |  다음: 만화 제작 화면 알아보기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692000" cy="1296000"/>
          </a:xfrm>
          <a:prstGeom prst="rect">
            <a:avLst/>
          </a:prstGeom>
          <a:solidFill>
            <a:srgbClr val="134B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296000"/>
            <a:ext cx="10692000" cy="144000"/>
          </a:xfrm>
          <a:prstGeom prst="rect">
            <a:avLst/>
          </a:prstGeom>
          <a:solidFill>
            <a:srgbClr val="FFD8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76000" y="288000"/>
            <a:ext cx="1728000" cy="792000"/>
          </a:xfrm>
          <a:prstGeom prst="roundRect">
            <a:avLst/>
          </a:prstGeom>
          <a:solidFill>
            <a:srgbClr val="FFD8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8000" y="360000"/>
            <a:ext cx="1584000" cy="648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400" b="1">
                <a:solidFill>
                  <a:srgbClr val="134B4C"/>
                </a:solidFill>
                <a:latin typeface="맑은 고딕"/>
              </a:rPr>
              <a:t>STEP 11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520000" y="216000"/>
            <a:ext cx="7560000" cy="504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FFFFFF"/>
                </a:solidFill>
                <a:latin typeface="맑은 고딕"/>
              </a:rPr>
              <a:t>만화 제작 화면 알아보기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520000" y="792000"/>
            <a:ext cx="7560000" cy="432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DDEEEE"/>
                </a:solidFill>
                <a:latin typeface="맑은 고딕"/>
              </a:rPr>
              <a:t>만화를 만드는 화면을 알아봐요.</a:t>
            </a:r>
          </a:p>
        </p:txBody>
      </p:sp>
      <p:pic>
        <p:nvPicPr>
          <p:cNvPr id="8" name="Picture 7" descr="img-1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6000" y="1728000"/>
            <a:ext cx="5724000" cy="439200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6588000" y="1728000"/>
            <a:ext cx="3528000" cy="3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134B4C"/>
                </a:solidFill>
                <a:latin typeface="맑은 고딕"/>
              </a:rPr>
              <a:t>이렇게 해요</a:t>
            </a:r>
          </a:p>
        </p:txBody>
      </p:sp>
      <p:sp>
        <p:nvSpPr>
          <p:cNvPr id="10" name="Oval 9"/>
          <p:cNvSpPr/>
          <p:nvPr/>
        </p:nvSpPr>
        <p:spPr>
          <a:xfrm>
            <a:off x="6588000" y="2340000"/>
            <a:ext cx="252000" cy="252000"/>
          </a:xfrm>
          <a:prstGeom prst="ellipse">
            <a:avLst/>
          </a:prstGeom>
          <a:solidFill>
            <a:srgbClr val="134B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624000" y="2304000"/>
            <a:ext cx="252000" cy="288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맑은 고딕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948000" y="2304000"/>
            <a:ext cx="3168000" cy="864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50" b="0">
                <a:solidFill>
                  <a:srgbClr val="222222"/>
                </a:solidFill>
                <a:latin typeface="맑은 고딕"/>
              </a:rPr>
              <a:t>왼쪽 세로 도구로 그림을 꾸며요. (선택·캐릭터·대사·말풍선·배경·레이어)</a:t>
            </a:r>
          </a:p>
        </p:txBody>
      </p:sp>
      <p:sp>
        <p:nvSpPr>
          <p:cNvPr id="13" name="Oval 12"/>
          <p:cNvSpPr/>
          <p:nvPr/>
        </p:nvSpPr>
        <p:spPr>
          <a:xfrm>
            <a:off x="6588000" y="3132000"/>
            <a:ext cx="252000" cy="252000"/>
          </a:xfrm>
          <a:prstGeom prst="ellipse">
            <a:avLst/>
          </a:prstGeom>
          <a:solidFill>
            <a:srgbClr val="134B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624000" y="3096000"/>
            <a:ext cx="252000" cy="288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맑은 고딕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948000" y="3096000"/>
            <a:ext cx="3168000" cy="864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50" b="0">
                <a:solidFill>
                  <a:srgbClr val="222222"/>
                </a:solidFill>
                <a:latin typeface="맑은 고딕"/>
              </a:rPr>
              <a:t>가운데 2×3 칸에 6컷 만화가 만들어져요.</a:t>
            </a:r>
          </a:p>
        </p:txBody>
      </p:sp>
      <p:sp>
        <p:nvSpPr>
          <p:cNvPr id="16" name="Oval 15"/>
          <p:cNvSpPr/>
          <p:nvPr/>
        </p:nvSpPr>
        <p:spPr>
          <a:xfrm>
            <a:off x="6588000" y="3924000"/>
            <a:ext cx="252000" cy="252000"/>
          </a:xfrm>
          <a:prstGeom prst="ellipse">
            <a:avLst/>
          </a:prstGeom>
          <a:solidFill>
            <a:srgbClr val="134B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624000" y="3888000"/>
            <a:ext cx="252000" cy="288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맑은 고딕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948000" y="3888000"/>
            <a:ext cx="3168000" cy="864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50" b="0">
                <a:solidFill>
                  <a:srgbClr val="222222"/>
                </a:solidFill>
                <a:latin typeface="맑은 고딕"/>
              </a:rPr>
              <a:t>컷을 누르면 선택되고, 두 번 누르면 크게 볼 수 있어요.</a:t>
            </a:r>
          </a:p>
        </p:txBody>
      </p:sp>
      <p:sp>
        <p:nvSpPr>
          <p:cNvPr id="19" name="Oval 18"/>
          <p:cNvSpPr/>
          <p:nvPr/>
        </p:nvSpPr>
        <p:spPr>
          <a:xfrm>
            <a:off x="6588000" y="4716000"/>
            <a:ext cx="252000" cy="252000"/>
          </a:xfrm>
          <a:prstGeom prst="ellipse">
            <a:avLst/>
          </a:prstGeom>
          <a:solidFill>
            <a:srgbClr val="134B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624000" y="4680000"/>
            <a:ext cx="252000" cy="288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맑은 고딕"/>
              </a:rPr>
              <a:t>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948000" y="4680000"/>
            <a:ext cx="3168000" cy="864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50" b="0">
                <a:solidFill>
                  <a:srgbClr val="222222"/>
                </a:solidFill>
                <a:latin typeface="맑은 고딕"/>
              </a:rPr>
              <a:t>오른쪽 아래 +/- 로 확대·축소하고 ‘화면 맞춤’으로 맞춰요.</a:t>
            </a:r>
          </a:p>
        </p:txBody>
      </p:sp>
      <p:sp>
        <p:nvSpPr>
          <p:cNvPr id="22" name="Oval 21"/>
          <p:cNvSpPr/>
          <p:nvPr/>
        </p:nvSpPr>
        <p:spPr>
          <a:xfrm>
            <a:off x="6588000" y="5508000"/>
            <a:ext cx="252000" cy="252000"/>
          </a:xfrm>
          <a:prstGeom prst="ellipse">
            <a:avLst/>
          </a:prstGeom>
          <a:solidFill>
            <a:srgbClr val="134B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624000" y="5472000"/>
            <a:ext cx="252000" cy="288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맑은 고딕"/>
              </a:rPr>
              <a:t>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948000" y="5472000"/>
            <a:ext cx="3168000" cy="864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50" b="0">
                <a:solidFill>
                  <a:srgbClr val="222222"/>
                </a:solidFill>
                <a:latin typeface="맑은 고딕"/>
              </a:rPr>
              <a:t>만든 내용은 자동으로 저장돼요.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588000" y="6408000"/>
            <a:ext cx="3528000" cy="1080000"/>
          </a:xfrm>
          <a:prstGeom prst="roundRect">
            <a:avLst/>
          </a:prstGeom>
          <a:solidFill>
            <a:srgbClr val="FEEFE6"/>
          </a:solidFill>
          <a:ln w="12700">
            <a:solidFill>
              <a:srgbClr val="F59E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768000" y="6516000"/>
            <a:ext cx="3168000" cy="3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F59E42"/>
                </a:solidFill>
                <a:latin typeface="맑은 고딕"/>
              </a:rPr>
              <a:t>주의하세요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768000" y="6948000"/>
            <a:ext cx="3168000" cy="504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50" b="0">
                <a:solidFill>
                  <a:srgbClr val="222222"/>
                </a:solidFill>
                <a:latin typeface="맑은 고딕"/>
              </a:rPr>
              <a:t>만화제작은 최대 15분이 걸릴 수 있어요. 배경이 만들어지는 동안 기다려 주세요.</a:t>
            </a:r>
          </a:p>
        </p:txBody>
      </p:sp>
      <p:sp>
        <p:nvSpPr>
          <p:cNvPr id="28" name="Rectangle 27"/>
          <p:cNvSpPr/>
          <p:nvPr/>
        </p:nvSpPr>
        <p:spPr>
          <a:xfrm>
            <a:off x="0" y="6840000"/>
            <a:ext cx="10692000" cy="720000"/>
          </a:xfrm>
          <a:prstGeom prst="rect">
            <a:avLst/>
          </a:prstGeom>
          <a:solidFill>
            <a:srgbClr val="F6F8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76000" y="6912000"/>
            <a:ext cx="3240000" cy="432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666666"/>
                </a:solidFill>
                <a:latin typeface="맑은 고딕"/>
              </a:rPr>
              <a:t>이전: 표지 만들기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680000" y="6912000"/>
            <a:ext cx="1440000" cy="432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00" b="1">
                <a:solidFill>
                  <a:srgbClr val="134B4C"/>
                </a:solidFill>
                <a:latin typeface="맑은 고딕"/>
              </a:rPr>
              <a:t>11 / 20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200000" y="6912000"/>
            <a:ext cx="3240000" cy="432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666666"/>
                </a:solidFill>
                <a:latin typeface="맑은 고딕"/>
              </a:rPr>
              <a:t>v1.0  |  다음: 배경과 장면 만들기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692000" cy="1296000"/>
          </a:xfrm>
          <a:prstGeom prst="rect">
            <a:avLst/>
          </a:prstGeom>
          <a:solidFill>
            <a:srgbClr val="134B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296000"/>
            <a:ext cx="10692000" cy="144000"/>
          </a:xfrm>
          <a:prstGeom prst="rect">
            <a:avLst/>
          </a:prstGeom>
          <a:solidFill>
            <a:srgbClr val="FFD8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76000" y="288000"/>
            <a:ext cx="1728000" cy="792000"/>
          </a:xfrm>
          <a:prstGeom prst="roundRect">
            <a:avLst/>
          </a:prstGeom>
          <a:solidFill>
            <a:srgbClr val="FFD8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8000" y="360000"/>
            <a:ext cx="1584000" cy="648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400" b="1">
                <a:solidFill>
                  <a:srgbClr val="134B4C"/>
                </a:solidFill>
                <a:latin typeface="맑은 고딕"/>
              </a:rPr>
              <a:t>STEP 12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520000" y="216000"/>
            <a:ext cx="7560000" cy="504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FFFFFF"/>
                </a:solidFill>
                <a:latin typeface="맑은 고딕"/>
              </a:rPr>
              <a:t>배경과 장면 만들기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520000" y="792000"/>
            <a:ext cx="7560000" cy="432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DDEEEE"/>
                </a:solidFill>
                <a:latin typeface="맑은 고딕"/>
              </a:rPr>
              <a:t>6컷의 배경 그림을 만들어요.</a:t>
            </a:r>
          </a:p>
        </p:txBody>
      </p:sp>
      <p:pic>
        <p:nvPicPr>
          <p:cNvPr id="8" name="Picture 7" descr="img-1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6000" y="1728000"/>
            <a:ext cx="5724000" cy="439200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6588000" y="1728000"/>
            <a:ext cx="3528000" cy="3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134B4C"/>
                </a:solidFill>
                <a:latin typeface="맑은 고딕"/>
              </a:rPr>
              <a:t>이렇게 해요</a:t>
            </a:r>
          </a:p>
        </p:txBody>
      </p:sp>
      <p:sp>
        <p:nvSpPr>
          <p:cNvPr id="10" name="Oval 9"/>
          <p:cNvSpPr/>
          <p:nvPr/>
        </p:nvSpPr>
        <p:spPr>
          <a:xfrm>
            <a:off x="6588000" y="2340000"/>
            <a:ext cx="252000" cy="252000"/>
          </a:xfrm>
          <a:prstGeom prst="ellipse">
            <a:avLst/>
          </a:prstGeom>
          <a:solidFill>
            <a:srgbClr val="134B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624000" y="2304000"/>
            <a:ext cx="252000" cy="288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맑은 고딕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948000" y="2304000"/>
            <a:ext cx="3168000" cy="864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50" b="0">
                <a:solidFill>
                  <a:srgbClr val="222222"/>
                </a:solidFill>
                <a:latin typeface="맑은 고딕"/>
              </a:rPr>
              <a:t>‘배경’ 도구를 누르고 컷의 배경 설명을 확인해요.</a:t>
            </a:r>
          </a:p>
        </p:txBody>
      </p:sp>
      <p:sp>
        <p:nvSpPr>
          <p:cNvPr id="13" name="Oval 12"/>
          <p:cNvSpPr/>
          <p:nvPr/>
        </p:nvSpPr>
        <p:spPr>
          <a:xfrm>
            <a:off x="6588000" y="3132000"/>
            <a:ext cx="252000" cy="252000"/>
          </a:xfrm>
          <a:prstGeom prst="ellipse">
            <a:avLst/>
          </a:prstGeom>
          <a:solidFill>
            <a:srgbClr val="134B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624000" y="3096000"/>
            <a:ext cx="252000" cy="288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맑은 고딕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948000" y="3096000"/>
            <a:ext cx="3168000" cy="864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50" b="0">
                <a:solidFill>
                  <a:srgbClr val="222222"/>
                </a:solidFill>
                <a:latin typeface="맑은 고딕"/>
              </a:rPr>
              <a:t>‘배경 모두 생성’을 누르면 6컷 배경이 차례로 만들어져요.</a:t>
            </a:r>
          </a:p>
        </p:txBody>
      </p:sp>
      <p:sp>
        <p:nvSpPr>
          <p:cNvPr id="16" name="Oval 15"/>
          <p:cNvSpPr/>
          <p:nvPr/>
        </p:nvSpPr>
        <p:spPr>
          <a:xfrm>
            <a:off x="6588000" y="3924000"/>
            <a:ext cx="252000" cy="252000"/>
          </a:xfrm>
          <a:prstGeom prst="ellipse">
            <a:avLst/>
          </a:prstGeom>
          <a:solidFill>
            <a:srgbClr val="134B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624000" y="3888000"/>
            <a:ext cx="252000" cy="288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맑은 고딕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948000" y="3888000"/>
            <a:ext cx="3168000" cy="864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50" b="0">
                <a:solidFill>
                  <a:srgbClr val="222222"/>
                </a:solidFill>
                <a:latin typeface="맑은 고딕"/>
              </a:rPr>
              <a:t>배경이 다 만들어지면 ‘배경 생성 완료’가 떠요.</a:t>
            </a:r>
          </a:p>
        </p:txBody>
      </p:sp>
      <p:sp>
        <p:nvSpPr>
          <p:cNvPr id="19" name="Oval 18"/>
          <p:cNvSpPr/>
          <p:nvPr/>
        </p:nvSpPr>
        <p:spPr>
          <a:xfrm>
            <a:off x="6588000" y="4716000"/>
            <a:ext cx="252000" cy="252000"/>
          </a:xfrm>
          <a:prstGeom prst="ellipse">
            <a:avLst/>
          </a:prstGeom>
          <a:solidFill>
            <a:srgbClr val="134B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624000" y="4680000"/>
            <a:ext cx="252000" cy="288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맑은 고딕"/>
              </a:rPr>
              <a:t>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948000" y="4680000"/>
            <a:ext cx="3168000" cy="864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50" b="0">
                <a:solidFill>
                  <a:srgbClr val="222222"/>
                </a:solidFill>
                <a:latin typeface="맑은 고딕"/>
              </a:rPr>
              <a:t>설명을 고쳐 ‘수정한 설명으로 다시 만들기’로 다시 만들 수 있어요.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588000" y="5616000"/>
            <a:ext cx="3528000" cy="1080000"/>
          </a:xfrm>
          <a:prstGeom prst="roundRect">
            <a:avLst/>
          </a:prstGeom>
          <a:solidFill>
            <a:srgbClr val="FEEFE6"/>
          </a:solidFill>
          <a:ln w="12700">
            <a:solidFill>
              <a:srgbClr val="F59E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768000" y="5724000"/>
            <a:ext cx="3168000" cy="3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F59E42"/>
                </a:solidFill>
                <a:latin typeface="맑은 고딕"/>
              </a:rPr>
              <a:t>주의하세요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768000" y="6156000"/>
            <a:ext cx="3168000" cy="504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50" b="0">
                <a:solidFill>
                  <a:srgbClr val="222222"/>
                </a:solidFill>
                <a:latin typeface="맑은 고딕"/>
              </a:rPr>
              <a:t>배경 수정은 컷마다 1번만 할 수 있어요. 사람·글자는 배경에 들어가지 않아요.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0" y="6840000"/>
            <a:ext cx="10692000" cy="720000"/>
          </a:xfrm>
          <a:prstGeom prst="rect">
            <a:avLst/>
          </a:prstGeom>
          <a:solidFill>
            <a:srgbClr val="F6F8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76000" y="6912000"/>
            <a:ext cx="3240000" cy="432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666666"/>
                </a:solidFill>
                <a:latin typeface="맑은 고딕"/>
              </a:rPr>
              <a:t>이전: 만화 제작 화면 알아보기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680000" y="6912000"/>
            <a:ext cx="1440000" cy="432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00" b="1">
                <a:solidFill>
                  <a:srgbClr val="134B4C"/>
                </a:solidFill>
                <a:latin typeface="맑은 고딕"/>
              </a:rPr>
              <a:t>12 / 20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200000" y="6912000"/>
            <a:ext cx="3240000" cy="432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666666"/>
                </a:solidFill>
                <a:latin typeface="맑은 고딕"/>
              </a:rPr>
              <a:t>v1.0  |  다음: 등장인물 넣기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692000" cy="1296000"/>
          </a:xfrm>
          <a:prstGeom prst="rect">
            <a:avLst/>
          </a:prstGeom>
          <a:solidFill>
            <a:srgbClr val="134B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296000"/>
            <a:ext cx="10692000" cy="144000"/>
          </a:xfrm>
          <a:prstGeom prst="rect">
            <a:avLst/>
          </a:prstGeom>
          <a:solidFill>
            <a:srgbClr val="FFD8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76000" y="288000"/>
            <a:ext cx="1728000" cy="792000"/>
          </a:xfrm>
          <a:prstGeom prst="roundRect">
            <a:avLst/>
          </a:prstGeom>
          <a:solidFill>
            <a:srgbClr val="FFD8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8000" y="360000"/>
            <a:ext cx="1584000" cy="648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400" b="1">
                <a:solidFill>
                  <a:srgbClr val="134B4C"/>
                </a:solidFill>
                <a:latin typeface="맑은 고딕"/>
              </a:rPr>
              <a:t>STEP 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520000" y="216000"/>
            <a:ext cx="7560000" cy="504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FFFFFF"/>
                </a:solidFill>
                <a:latin typeface="맑은 고딕"/>
              </a:rPr>
              <a:t>등장인물 넣기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520000" y="792000"/>
            <a:ext cx="7560000" cy="432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DDEEEE"/>
                </a:solidFill>
                <a:latin typeface="맑은 고딕"/>
              </a:rPr>
              <a:t>만화에 인물을 넣어요.</a:t>
            </a:r>
          </a:p>
        </p:txBody>
      </p:sp>
      <p:pic>
        <p:nvPicPr>
          <p:cNvPr id="8" name="Picture 7" descr="img-1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6000" y="1728000"/>
            <a:ext cx="5724000" cy="439200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6588000" y="1728000"/>
            <a:ext cx="3528000" cy="3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134B4C"/>
                </a:solidFill>
                <a:latin typeface="맑은 고딕"/>
              </a:rPr>
              <a:t>이렇게 해요</a:t>
            </a:r>
          </a:p>
        </p:txBody>
      </p:sp>
      <p:sp>
        <p:nvSpPr>
          <p:cNvPr id="10" name="Oval 9"/>
          <p:cNvSpPr/>
          <p:nvPr/>
        </p:nvSpPr>
        <p:spPr>
          <a:xfrm>
            <a:off x="6588000" y="2340000"/>
            <a:ext cx="252000" cy="252000"/>
          </a:xfrm>
          <a:prstGeom prst="ellipse">
            <a:avLst/>
          </a:prstGeom>
          <a:solidFill>
            <a:srgbClr val="134B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624000" y="2304000"/>
            <a:ext cx="252000" cy="288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맑은 고딕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948000" y="2304000"/>
            <a:ext cx="3168000" cy="864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50" b="0">
                <a:solidFill>
                  <a:srgbClr val="222222"/>
                </a:solidFill>
                <a:latin typeface="맑은 고딕"/>
              </a:rPr>
              <a:t>‘캐릭터’ 도구를 눌러요.</a:t>
            </a:r>
          </a:p>
        </p:txBody>
      </p:sp>
      <p:sp>
        <p:nvSpPr>
          <p:cNvPr id="13" name="Oval 12"/>
          <p:cNvSpPr/>
          <p:nvPr/>
        </p:nvSpPr>
        <p:spPr>
          <a:xfrm>
            <a:off x="6588000" y="3132000"/>
            <a:ext cx="252000" cy="252000"/>
          </a:xfrm>
          <a:prstGeom prst="ellipse">
            <a:avLst/>
          </a:prstGeom>
          <a:solidFill>
            <a:srgbClr val="134B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624000" y="3096000"/>
            <a:ext cx="252000" cy="288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맑은 고딕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948000" y="3096000"/>
            <a:ext cx="3168000" cy="864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50" b="0">
                <a:solidFill>
                  <a:srgbClr val="222222"/>
                </a:solidFill>
                <a:latin typeface="맑은 고딕"/>
              </a:rPr>
              <a:t>캐릭터를 골라 캔버스로 끌어다 놓아요.</a:t>
            </a:r>
          </a:p>
        </p:txBody>
      </p:sp>
      <p:sp>
        <p:nvSpPr>
          <p:cNvPr id="16" name="Oval 15"/>
          <p:cNvSpPr/>
          <p:nvPr/>
        </p:nvSpPr>
        <p:spPr>
          <a:xfrm>
            <a:off x="6588000" y="3924000"/>
            <a:ext cx="252000" cy="252000"/>
          </a:xfrm>
          <a:prstGeom prst="ellipse">
            <a:avLst/>
          </a:prstGeom>
          <a:solidFill>
            <a:srgbClr val="134B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624000" y="3888000"/>
            <a:ext cx="252000" cy="288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맑은 고딕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948000" y="3888000"/>
            <a:ext cx="3168000" cy="864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50" b="0">
                <a:solidFill>
                  <a:srgbClr val="222222"/>
                </a:solidFill>
                <a:latin typeface="맑은 고딕"/>
              </a:rPr>
              <a:t>인물을 눌러 선택하고, 위치와 크기를 조절해요.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588000" y="4824000"/>
            <a:ext cx="3528000" cy="1080000"/>
          </a:xfrm>
          <a:prstGeom prst="roundRect">
            <a:avLst/>
          </a:prstGeom>
          <a:solidFill>
            <a:srgbClr val="EAF2FC"/>
          </a:solidFill>
          <a:ln w="12700">
            <a:solidFill>
              <a:srgbClr val="3B82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768000" y="4932000"/>
            <a:ext cx="3168000" cy="3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3B82C4"/>
                </a:solidFill>
                <a:latin typeface="맑은 고딕"/>
              </a:rPr>
              <a:t>알아두세요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768000" y="5364000"/>
            <a:ext cx="3168000" cy="504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50" b="0">
                <a:solidFill>
                  <a:srgbClr val="222222"/>
                </a:solidFill>
                <a:latin typeface="맑은 고딕"/>
              </a:rPr>
              <a:t>여러 인물을 겹쳐 배치할 수 있어요. ‘레이어’ 도구로 순서를 바꿔요.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0" y="6840000"/>
            <a:ext cx="10692000" cy="720000"/>
          </a:xfrm>
          <a:prstGeom prst="rect">
            <a:avLst/>
          </a:prstGeom>
          <a:solidFill>
            <a:srgbClr val="F6F8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76000" y="6912000"/>
            <a:ext cx="3240000" cy="432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666666"/>
                </a:solidFill>
                <a:latin typeface="맑은 고딕"/>
              </a:rPr>
              <a:t>이전: 배경과 장면 만들기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680000" y="6912000"/>
            <a:ext cx="1440000" cy="432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00" b="1">
                <a:solidFill>
                  <a:srgbClr val="134B4C"/>
                </a:solidFill>
                <a:latin typeface="맑은 고딕"/>
              </a:rPr>
              <a:t>13 / 20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200000" y="6912000"/>
            <a:ext cx="3240000" cy="432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666666"/>
                </a:solidFill>
                <a:latin typeface="맑은 고딕"/>
              </a:rPr>
              <a:t>v1.0  |  다음: 말풍선과 글 넣기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692000" cy="1296000"/>
          </a:xfrm>
          <a:prstGeom prst="rect">
            <a:avLst/>
          </a:prstGeom>
          <a:solidFill>
            <a:srgbClr val="134B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296000"/>
            <a:ext cx="10692000" cy="144000"/>
          </a:xfrm>
          <a:prstGeom prst="rect">
            <a:avLst/>
          </a:prstGeom>
          <a:solidFill>
            <a:srgbClr val="FFD8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76000" y="288000"/>
            <a:ext cx="1728000" cy="792000"/>
          </a:xfrm>
          <a:prstGeom prst="roundRect">
            <a:avLst/>
          </a:prstGeom>
          <a:solidFill>
            <a:srgbClr val="FFD8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8000" y="360000"/>
            <a:ext cx="1584000" cy="648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400" b="1">
                <a:solidFill>
                  <a:srgbClr val="134B4C"/>
                </a:solidFill>
                <a:latin typeface="맑은 고딕"/>
              </a:rPr>
              <a:t>STEP 14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520000" y="216000"/>
            <a:ext cx="7560000" cy="504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FFFFFF"/>
                </a:solidFill>
                <a:latin typeface="맑은 고딕"/>
              </a:rPr>
              <a:t>말풍선과 글 넣기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520000" y="792000"/>
            <a:ext cx="7560000" cy="432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DDEEEE"/>
                </a:solidFill>
                <a:latin typeface="맑은 고딕"/>
              </a:rPr>
              <a:t>인물의 대사를 넣어요.</a:t>
            </a:r>
          </a:p>
        </p:txBody>
      </p:sp>
      <p:pic>
        <p:nvPicPr>
          <p:cNvPr id="8" name="Picture 7" descr="img-1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6000" y="1728000"/>
            <a:ext cx="5724000" cy="439200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6588000" y="1728000"/>
            <a:ext cx="3528000" cy="3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134B4C"/>
                </a:solidFill>
                <a:latin typeface="맑은 고딕"/>
              </a:rPr>
              <a:t>이렇게 해요</a:t>
            </a:r>
          </a:p>
        </p:txBody>
      </p:sp>
      <p:sp>
        <p:nvSpPr>
          <p:cNvPr id="10" name="Oval 9"/>
          <p:cNvSpPr/>
          <p:nvPr/>
        </p:nvSpPr>
        <p:spPr>
          <a:xfrm>
            <a:off x="6588000" y="2340000"/>
            <a:ext cx="252000" cy="252000"/>
          </a:xfrm>
          <a:prstGeom prst="ellipse">
            <a:avLst/>
          </a:prstGeom>
          <a:solidFill>
            <a:srgbClr val="134B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624000" y="2304000"/>
            <a:ext cx="252000" cy="288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맑은 고딕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948000" y="2304000"/>
            <a:ext cx="3168000" cy="864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50" b="0">
                <a:solidFill>
                  <a:srgbClr val="222222"/>
                </a:solidFill>
                <a:latin typeface="맑은 고딕"/>
              </a:rPr>
              <a:t>‘말풍선’ 도구를 눌러 말풍선을 골라요.</a:t>
            </a:r>
          </a:p>
        </p:txBody>
      </p:sp>
      <p:sp>
        <p:nvSpPr>
          <p:cNvPr id="13" name="Oval 12"/>
          <p:cNvSpPr/>
          <p:nvPr/>
        </p:nvSpPr>
        <p:spPr>
          <a:xfrm>
            <a:off x="6588000" y="3132000"/>
            <a:ext cx="252000" cy="252000"/>
          </a:xfrm>
          <a:prstGeom prst="ellipse">
            <a:avLst/>
          </a:prstGeom>
          <a:solidFill>
            <a:srgbClr val="134B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624000" y="3096000"/>
            <a:ext cx="252000" cy="288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맑은 고딕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948000" y="3096000"/>
            <a:ext cx="3168000" cy="864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50" b="0">
                <a:solidFill>
                  <a:srgbClr val="222222"/>
                </a:solidFill>
                <a:latin typeface="맑은 고딕"/>
              </a:rPr>
              <a:t>캔버스에 말풍선을 놓고 대사를 적어요.</a:t>
            </a:r>
          </a:p>
        </p:txBody>
      </p:sp>
      <p:sp>
        <p:nvSpPr>
          <p:cNvPr id="16" name="Oval 15"/>
          <p:cNvSpPr/>
          <p:nvPr/>
        </p:nvSpPr>
        <p:spPr>
          <a:xfrm>
            <a:off x="6588000" y="3924000"/>
            <a:ext cx="252000" cy="252000"/>
          </a:xfrm>
          <a:prstGeom prst="ellipse">
            <a:avLst/>
          </a:prstGeom>
          <a:solidFill>
            <a:srgbClr val="134B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624000" y="3888000"/>
            <a:ext cx="252000" cy="288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맑은 고딕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948000" y="3888000"/>
            <a:ext cx="3168000" cy="864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50" b="0">
                <a:solidFill>
                  <a:srgbClr val="222222"/>
                </a:solidFill>
                <a:latin typeface="맑은 고딕"/>
              </a:rPr>
              <a:t>‘대사’ 도구에서 대본의 대사를 불러올 수도 있어요.</a:t>
            </a:r>
          </a:p>
        </p:txBody>
      </p:sp>
      <p:sp>
        <p:nvSpPr>
          <p:cNvPr id="19" name="Oval 18"/>
          <p:cNvSpPr/>
          <p:nvPr/>
        </p:nvSpPr>
        <p:spPr>
          <a:xfrm>
            <a:off x="6588000" y="4716000"/>
            <a:ext cx="252000" cy="252000"/>
          </a:xfrm>
          <a:prstGeom prst="ellipse">
            <a:avLst/>
          </a:prstGeom>
          <a:solidFill>
            <a:srgbClr val="134B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624000" y="4680000"/>
            <a:ext cx="252000" cy="288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맑은 고딕"/>
              </a:rPr>
              <a:t>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948000" y="4680000"/>
            <a:ext cx="3168000" cy="864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50" b="0">
                <a:solidFill>
                  <a:srgbClr val="222222"/>
                </a:solidFill>
                <a:latin typeface="맑은 고딕"/>
              </a:rPr>
              <a:t>말풍선의 위치와 크기를 조절해요.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588000" y="5616000"/>
            <a:ext cx="3528000" cy="1080000"/>
          </a:xfrm>
          <a:prstGeom prst="roundRect">
            <a:avLst/>
          </a:prstGeom>
          <a:solidFill>
            <a:srgbClr val="EAF2FC"/>
          </a:solidFill>
          <a:ln w="12700">
            <a:solidFill>
              <a:srgbClr val="3B82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768000" y="5724000"/>
            <a:ext cx="3168000" cy="3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3B82C4"/>
                </a:solidFill>
                <a:latin typeface="맑은 고딕"/>
              </a:rPr>
              <a:t>알아두세요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768000" y="6156000"/>
            <a:ext cx="3168000" cy="504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50" b="0">
                <a:solidFill>
                  <a:srgbClr val="222222"/>
                </a:solidFill>
                <a:latin typeface="맑은 고딕"/>
              </a:rPr>
              <a:t>‘대사 생성’을 누르면 대본의 대사가 자동으로 말풍선에 들어가요.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0" y="6840000"/>
            <a:ext cx="10692000" cy="720000"/>
          </a:xfrm>
          <a:prstGeom prst="rect">
            <a:avLst/>
          </a:prstGeom>
          <a:solidFill>
            <a:srgbClr val="F6F8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76000" y="6912000"/>
            <a:ext cx="3240000" cy="432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666666"/>
                </a:solidFill>
                <a:latin typeface="맑은 고딕"/>
              </a:rPr>
              <a:t>이전: 등장인물 넣기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680000" y="6912000"/>
            <a:ext cx="1440000" cy="432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00" b="1">
                <a:solidFill>
                  <a:srgbClr val="134B4C"/>
                </a:solidFill>
                <a:latin typeface="맑은 고딕"/>
              </a:rPr>
              <a:t>14 / 20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200000" y="6912000"/>
            <a:ext cx="3240000" cy="432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666666"/>
                </a:solidFill>
                <a:latin typeface="맑은 고딕"/>
              </a:rPr>
              <a:t>v1.0  |  다음: 6컷 만화 완성하기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692000" cy="1296000"/>
          </a:xfrm>
          <a:prstGeom prst="rect">
            <a:avLst/>
          </a:prstGeom>
          <a:solidFill>
            <a:srgbClr val="134B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296000"/>
            <a:ext cx="10692000" cy="144000"/>
          </a:xfrm>
          <a:prstGeom prst="rect">
            <a:avLst/>
          </a:prstGeom>
          <a:solidFill>
            <a:srgbClr val="FFD8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76000" y="288000"/>
            <a:ext cx="1728000" cy="792000"/>
          </a:xfrm>
          <a:prstGeom prst="roundRect">
            <a:avLst/>
          </a:prstGeom>
          <a:solidFill>
            <a:srgbClr val="FFD8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8000" y="360000"/>
            <a:ext cx="1584000" cy="648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400" b="1">
                <a:solidFill>
                  <a:srgbClr val="134B4C"/>
                </a:solidFill>
                <a:latin typeface="맑은 고딕"/>
              </a:rPr>
              <a:t>STEP 15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520000" y="216000"/>
            <a:ext cx="7560000" cy="504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FFFFFF"/>
                </a:solidFill>
                <a:latin typeface="맑은 고딕"/>
              </a:rPr>
              <a:t>6컷 만화 완성하기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520000" y="792000"/>
            <a:ext cx="7560000" cy="432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DDEEEE"/>
                </a:solidFill>
                <a:latin typeface="맑은 고딕"/>
              </a:rPr>
              <a:t>6컷을 모두 완성하고 다음으로 넘어가요.</a:t>
            </a:r>
          </a:p>
        </p:txBody>
      </p:sp>
      <p:pic>
        <p:nvPicPr>
          <p:cNvPr id="8" name="Picture 7" descr="img-1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6000" y="1728000"/>
            <a:ext cx="5724000" cy="439200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6588000" y="1728000"/>
            <a:ext cx="3528000" cy="3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134B4C"/>
                </a:solidFill>
                <a:latin typeface="맑은 고딕"/>
              </a:rPr>
              <a:t>이렇게 해요</a:t>
            </a:r>
          </a:p>
        </p:txBody>
      </p:sp>
      <p:sp>
        <p:nvSpPr>
          <p:cNvPr id="10" name="Oval 9"/>
          <p:cNvSpPr/>
          <p:nvPr/>
        </p:nvSpPr>
        <p:spPr>
          <a:xfrm>
            <a:off x="6588000" y="2340000"/>
            <a:ext cx="252000" cy="252000"/>
          </a:xfrm>
          <a:prstGeom prst="ellipse">
            <a:avLst/>
          </a:prstGeom>
          <a:solidFill>
            <a:srgbClr val="134B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624000" y="2304000"/>
            <a:ext cx="252000" cy="288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맑은 고딕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948000" y="2304000"/>
            <a:ext cx="3168000" cy="864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50" b="0">
                <a:solidFill>
                  <a:srgbClr val="222222"/>
                </a:solidFill>
                <a:latin typeface="맑은 고딕"/>
              </a:rPr>
              <a:t>6컷에 모두 배경이 들어갔는지 확인해요. (n/6 완료)</a:t>
            </a:r>
          </a:p>
        </p:txBody>
      </p:sp>
      <p:sp>
        <p:nvSpPr>
          <p:cNvPr id="13" name="Oval 12"/>
          <p:cNvSpPr/>
          <p:nvPr/>
        </p:nvSpPr>
        <p:spPr>
          <a:xfrm>
            <a:off x="6588000" y="3132000"/>
            <a:ext cx="252000" cy="252000"/>
          </a:xfrm>
          <a:prstGeom prst="ellipse">
            <a:avLst/>
          </a:prstGeom>
          <a:solidFill>
            <a:srgbClr val="134B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624000" y="3096000"/>
            <a:ext cx="252000" cy="288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맑은 고딕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948000" y="3096000"/>
            <a:ext cx="3168000" cy="864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50" b="0">
                <a:solidFill>
                  <a:srgbClr val="222222"/>
                </a:solidFill>
                <a:latin typeface="맑은 고딕"/>
              </a:rPr>
              <a:t>그림이 없는 컷이 있으면 만들어 채워요.</a:t>
            </a:r>
          </a:p>
        </p:txBody>
      </p:sp>
      <p:sp>
        <p:nvSpPr>
          <p:cNvPr id="16" name="Oval 15"/>
          <p:cNvSpPr/>
          <p:nvPr/>
        </p:nvSpPr>
        <p:spPr>
          <a:xfrm>
            <a:off x="6588000" y="3924000"/>
            <a:ext cx="252000" cy="252000"/>
          </a:xfrm>
          <a:prstGeom prst="ellipse">
            <a:avLst/>
          </a:prstGeom>
          <a:solidFill>
            <a:srgbClr val="134B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624000" y="3888000"/>
            <a:ext cx="252000" cy="288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맑은 고딕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948000" y="3888000"/>
            <a:ext cx="3168000" cy="864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50" b="0">
                <a:solidFill>
                  <a:srgbClr val="222222"/>
                </a:solidFill>
                <a:latin typeface="맑은 고딕"/>
              </a:rPr>
              <a:t>‘단원 정리 →’를 눌러요.</a:t>
            </a:r>
          </a:p>
        </p:txBody>
      </p:sp>
      <p:sp>
        <p:nvSpPr>
          <p:cNvPr id="19" name="Oval 18"/>
          <p:cNvSpPr/>
          <p:nvPr/>
        </p:nvSpPr>
        <p:spPr>
          <a:xfrm>
            <a:off x="6588000" y="4716000"/>
            <a:ext cx="252000" cy="252000"/>
          </a:xfrm>
          <a:prstGeom prst="ellipse">
            <a:avLst/>
          </a:prstGeom>
          <a:solidFill>
            <a:srgbClr val="134B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624000" y="4680000"/>
            <a:ext cx="252000" cy="288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맑은 고딕"/>
              </a:rPr>
              <a:t>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948000" y="4680000"/>
            <a:ext cx="3168000" cy="864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50" b="0">
                <a:solidFill>
                  <a:srgbClr val="222222"/>
                </a:solidFill>
                <a:latin typeface="맑은 고딕"/>
              </a:rPr>
              <a:t>그림이 없는 컷이 남아 있으면 다음으로 넘갈지 물어봐요.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588000" y="5616000"/>
            <a:ext cx="3528000" cy="1080000"/>
          </a:xfrm>
          <a:prstGeom prst="roundRect">
            <a:avLst/>
          </a:prstGeom>
          <a:solidFill>
            <a:srgbClr val="EAF2FC"/>
          </a:solidFill>
          <a:ln w="12700">
            <a:solidFill>
              <a:srgbClr val="3B82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768000" y="5724000"/>
            <a:ext cx="3168000" cy="3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3B82C4"/>
                </a:solidFill>
                <a:latin typeface="맑은 고딕"/>
              </a:rPr>
              <a:t>알아두세요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768000" y="6156000"/>
            <a:ext cx="3168000" cy="504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50" b="0">
                <a:solidFill>
                  <a:srgbClr val="222222"/>
                </a:solidFill>
                <a:latin typeface="맑은 고딕"/>
              </a:rPr>
              <a:t>모든 컷이 완성된 상태로 넘어가는 것이 좋아요.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0" y="6840000"/>
            <a:ext cx="10692000" cy="720000"/>
          </a:xfrm>
          <a:prstGeom prst="rect">
            <a:avLst/>
          </a:prstGeom>
          <a:solidFill>
            <a:srgbClr val="F6F8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76000" y="6912000"/>
            <a:ext cx="3240000" cy="432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666666"/>
                </a:solidFill>
                <a:latin typeface="맑은 고딕"/>
              </a:rPr>
              <a:t>이전: 말풍선과 글 넣기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680000" y="6912000"/>
            <a:ext cx="1440000" cy="432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00" b="1">
                <a:solidFill>
                  <a:srgbClr val="134B4C"/>
                </a:solidFill>
                <a:latin typeface="맑은 고딕"/>
              </a:rPr>
              <a:t>15 / 20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200000" y="6912000"/>
            <a:ext cx="3240000" cy="432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666666"/>
                </a:solidFill>
                <a:latin typeface="맑은 고딕"/>
              </a:rPr>
              <a:t>v1.0  |  다음: 세상 속 이야기 만들기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692000" cy="1296000"/>
          </a:xfrm>
          <a:prstGeom prst="rect">
            <a:avLst/>
          </a:prstGeom>
          <a:solidFill>
            <a:srgbClr val="134B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296000"/>
            <a:ext cx="10692000" cy="144000"/>
          </a:xfrm>
          <a:prstGeom prst="rect">
            <a:avLst/>
          </a:prstGeom>
          <a:solidFill>
            <a:srgbClr val="FFD8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76000" y="288000"/>
            <a:ext cx="1728000" cy="792000"/>
          </a:xfrm>
          <a:prstGeom prst="roundRect">
            <a:avLst/>
          </a:prstGeom>
          <a:solidFill>
            <a:srgbClr val="FFD8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8000" y="360000"/>
            <a:ext cx="1584000" cy="648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400" b="1">
                <a:solidFill>
                  <a:srgbClr val="134B4C"/>
                </a:solidFill>
                <a:latin typeface="맑은 고딕"/>
              </a:rPr>
              <a:t>STEP 16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520000" y="216000"/>
            <a:ext cx="7560000" cy="504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FFFFFF"/>
                </a:solidFill>
                <a:latin typeface="맑은 고딕"/>
              </a:rPr>
              <a:t>세상 속 이야기 만들기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520000" y="792000"/>
            <a:ext cx="7560000" cy="432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DDEEEE"/>
                </a:solidFill>
                <a:latin typeface="맑은 고딕"/>
              </a:rPr>
              <a:t>단원을 세상과 연결하는 이야기를 만들어요.</a:t>
            </a:r>
          </a:p>
        </p:txBody>
      </p:sp>
      <p:pic>
        <p:nvPicPr>
          <p:cNvPr id="8" name="Picture 7" descr="img-1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6000" y="1728000"/>
            <a:ext cx="5724000" cy="439200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6588000" y="1728000"/>
            <a:ext cx="3528000" cy="3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134B4C"/>
                </a:solidFill>
                <a:latin typeface="맑은 고딕"/>
              </a:rPr>
              <a:t>이렇게 해요</a:t>
            </a:r>
          </a:p>
        </p:txBody>
      </p:sp>
      <p:sp>
        <p:nvSpPr>
          <p:cNvPr id="10" name="Oval 9"/>
          <p:cNvSpPr/>
          <p:nvPr/>
        </p:nvSpPr>
        <p:spPr>
          <a:xfrm>
            <a:off x="6588000" y="2340000"/>
            <a:ext cx="252000" cy="252000"/>
          </a:xfrm>
          <a:prstGeom prst="ellipse">
            <a:avLst/>
          </a:prstGeom>
          <a:solidFill>
            <a:srgbClr val="134B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624000" y="2304000"/>
            <a:ext cx="252000" cy="288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맑은 고딕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948000" y="2304000"/>
            <a:ext cx="3168000" cy="864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50" b="0">
                <a:solidFill>
                  <a:srgbClr val="222222"/>
                </a:solidFill>
                <a:latin typeface="맑은 고딕"/>
              </a:rPr>
              <a:t>‘세상 속 이야기 만들기’를 눌러요.</a:t>
            </a:r>
          </a:p>
        </p:txBody>
      </p:sp>
      <p:sp>
        <p:nvSpPr>
          <p:cNvPr id="13" name="Oval 12"/>
          <p:cNvSpPr/>
          <p:nvPr/>
        </p:nvSpPr>
        <p:spPr>
          <a:xfrm>
            <a:off x="6588000" y="3132000"/>
            <a:ext cx="252000" cy="252000"/>
          </a:xfrm>
          <a:prstGeom prst="ellipse">
            <a:avLst/>
          </a:prstGeom>
          <a:solidFill>
            <a:srgbClr val="134B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624000" y="3096000"/>
            <a:ext cx="252000" cy="288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맑은 고딕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948000" y="3096000"/>
            <a:ext cx="3168000" cy="864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50" b="0">
                <a:solidFill>
                  <a:srgbClr val="222222"/>
                </a:solidFill>
                <a:latin typeface="맑은 고딕"/>
              </a:rPr>
              <a:t>역사 이야기·최신 이야기·생활 연결 탭이 만들어져요.</a:t>
            </a:r>
          </a:p>
        </p:txBody>
      </p:sp>
      <p:sp>
        <p:nvSpPr>
          <p:cNvPr id="16" name="Oval 15"/>
          <p:cNvSpPr/>
          <p:nvPr/>
        </p:nvSpPr>
        <p:spPr>
          <a:xfrm>
            <a:off x="6588000" y="3924000"/>
            <a:ext cx="252000" cy="252000"/>
          </a:xfrm>
          <a:prstGeom prst="ellipse">
            <a:avLst/>
          </a:prstGeom>
          <a:solidFill>
            <a:srgbClr val="134B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624000" y="3888000"/>
            <a:ext cx="252000" cy="288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맑은 고딕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948000" y="3888000"/>
            <a:ext cx="3168000" cy="864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50" b="0">
                <a:solidFill>
                  <a:srgbClr val="222222"/>
                </a:solidFill>
                <a:latin typeface="맑은 고딕"/>
              </a:rPr>
              <a:t>‘생활 연결’ 탭을 눌러 내 생활과 관련된 이야기를 봐요.</a:t>
            </a:r>
          </a:p>
        </p:txBody>
      </p:sp>
      <p:sp>
        <p:nvSpPr>
          <p:cNvPr id="19" name="Oval 18"/>
          <p:cNvSpPr/>
          <p:nvPr/>
        </p:nvSpPr>
        <p:spPr>
          <a:xfrm>
            <a:off x="6588000" y="4716000"/>
            <a:ext cx="252000" cy="252000"/>
          </a:xfrm>
          <a:prstGeom prst="ellipse">
            <a:avLst/>
          </a:prstGeom>
          <a:solidFill>
            <a:srgbClr val="134B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624000" y="4680000"/>
            <a:ext cx="252000" cy="288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맑은 고딕"/>
              </a:rPr>
              <a:t>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948000" y="4680000"/>
            <a:ext cx="3168000" cy="864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50" b="0">
                <a:solidFill>
                  <a:srgbClr val="222222"/>
                </a:solidFill>
                <a:latin typeface="맑은 고딕"/>
              </a:rPr>
              <a:t>‘세상 속 이야기 완료’를 눌러요.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588000" y="5616000"/>
            <a:ext cx="3528000" cy="1080000"/>
          </a:xfrm>
          <a:prstGeom prst="roundRect">
            <a:avLst/>
          </a:prstGeom>
          <a:solidFill>
            <a:srgbClr val="EAF2FC"/>
          </a:solidFill>
          <a:ln w="12700">
            <a:solidFill>
              <a:srgbClr val="3B82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768000" y="5724000"/>
            <a:ext cx="3168000" cy="3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3B82C4"/>
                </a:solidFill>
                <a:latin typeface="맑은 고딕"/>
              </a:rPr>
              <a:t>알아두세요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768000" y="6156000"/>
            <a:ext cx="3168000" cy="504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50" b="0">
                <a:solidFill>
                  <a:srgbClr val="222222"/>
                </a:solidFill>
                <a:latin typeface="맑은 고딕"/>
              </a:rPr>
              <a:t>세 탭 중 하나 이상에 내용이 있으면 완료돼요.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0" y="6840000"/>
            <a:ext cx="10692000" cy="720000"/>
          </a:xfrm>
          <a:prstGeom prst="rect">
            <a:avLst/>
          </a:prstGeom>
          <a:solidFill>
            <a:srgbClr val="F6F8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76000" y="6912000"/>
            <a:ext cx="3240000" cy="432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666666"/>
                </a:solidFill>
                <a:latin typeface="맑은 고딕"/>
              </a:rPr>
              <a:t>이전: 6컷 만화 완성하기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680000" y="6912000"/>
            <a:ext cx="1440000" cy="432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00" b="1">
                <a:solidFill>
                  <a:srgbClr val="134B4C"/>
                </a:solidFill>
                <a:latin typeface="맑은 고딕"/>
              </a:rPr>
              <a:t>16 / 20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200000" y="6912000"/>
            <a:ext cx="3240000" cy="432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666666"/>
                </a:solidFill>
                <a:latin typeface="맑은 고딕"/>
              </a:rPr>
              <a:t>v1.0  |  다음: OX 퀴즈 만들기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692000" cy="1296000"/>
          </a:xfrm>
          <a:prstGeom prst="rect">
            <a:avLst/>
          </a:prstGeom>
          <a:solidFill>
            <a:srgbClr val="134B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296000"/>
            <a:ext cx="10692000" cy="144000"/>
          </a:xfrm>
          <a:prstGeom prst="rect">
            <a:avLst/>
          </a:prstGeom>
          <a:solidFill>
            <a:srgbClr val="FFD8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76000" y="288000"/>
            <a:ext cx="1728000" cy="792000"/>
          </a:xfrm>
          <a:prstGeom prst="roundRect">
            <a:avLst/>
          </a:prstGeom>
          <a:solidFill>
            <a:srgbClr val="FFD8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8000" y="360000"/>
            <a:ext cx="1584000" cy="648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400" b="1">
                <a:solidFill>
                  <a:srgbClr val="134B4C"/>
                </a:solidFill>
                <a:latin typeface="맑은 고딕"/>
              </a:rPr>
              <a:t>STEP 17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520000" y="216000"/>
            <a:ext cx="7560000" cy="504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FFFFFF"/>
                </a:solidFill>
                <a:latin typeface="맑은 고딕"/>
              </a:rPr>
              <a:t>OX 퀴즈 만들기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520000" y="792000"/>
            <a:ext cx="7560000" cy="432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DDEEEE"/>
                </a:solidFill>
                <a:latin typeface="맑은 고딕"/>
              </a:rPr>
              <a:t>친구들을 위한 OX 문제 5개를 만들어요.</a:t>
            </a:r>
          </a:p>
        </p:txBody>
      </p:sp>
      <p:pic>
        <p:nvPicPr>
          <p:cNvPr id="8" name="Picture 7" descr="img-1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6000" y="1728000"/>
            <a:ext cx="5724000" cy="439200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6588000" y="1728000"/>
            <a:ext cx="3528000" cy="3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134B4C"/>
                </a:solidFill>
                <a:latin typeface="맑은 고딕"/>
              </a:rPr>
              <a:t>이렇게 해요</a:t>
            </a:r>
          </a:p>
        </p:txBody>
      </p:sp>
      <p:sp>
        <p:nvSpPr>
          <p:cNvPr id="10" name="Oval 9"/>
          <p:cNvSpPr/>
          <p:nvPr/>
        </p:nvSpPr>
        <p:spPr>
          <a:xfrm>
            <a:off x="6588000" y="2340000"/>
            <a:ext cx="252000" cy="252000"/>
          </a:xfrm>
          <a:prstGeom prst="ellipse">
            <a:avLst/>
          </a:prstGeom>
          <a:solidFill>
            <a:srgbClr val="134B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624000" y="2304000"/>
            <a:ext cx="252000" cy="288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맑은 고딕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948000" y="2304000"/>
            <a:ext cx="3168000" cy="864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50" b="0">
                <a:solidFill>
                  <a:srgbClr val="222222"/>
                </a:solidFill>
                <a:latin typeface="맑은 고딕"/>
              </a:rPr>
              <a:t>‘OX 문제 만들기’를 누르면 5문제가 만들어져요.</a:t>
            </a:r>
          </a:p>
        </p:txBody>
      </p:sp>
      <p:sp>
        <p:nvSpPr>
          <p:cNvPr id="13" name="Oval 12"/>
          <p:cNvSpPr/>
          <p:nvPr/>
        </p:nvSpPr>
        <p:spPr>
          <a:xfrm>
            <a:off x="6588000" y="3132000"/>
            <a:ext cx="252000" cy="252000"/>
          </a:xfrm>
          <a:prstGeom prst="ellipse">
            <a:avLst/>
          </a:prstGeom>
          <a:solidFill>
            <a:srgbClr val="134B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624000" y="3096000"/>
            <a:ext cx="252000" cy="288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맑은 고딕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948000" y="3096000"/>
            <a:ext cx="3168000" cy="864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50" b="0">
                <a:solidFill>
                  <a:srgbClr val="222222"/>
                </a:solidFill>
                <a:latin typeface="맑은 고딕"/>
              </a:rPr>
              <a:t>문제를 눌러 내용을 고칠 수 있어요. (‘수정 가능’)</a:t>
            </a:r>
          </a:p>
        </p:txBody>
      </p:sp>
      <p:sp>
        <p:nvSpPr>
          <p:cNvPr id="16" name="Oval 15"/>
          <p:cNvSpPr/>
          <p:nvPr/>
        </p:nvSpPr>
        <p:spPr>
          <a:xfrm>
            <a:off x="6588000" y="3924000"/>
            <a:ext cx="252000" cy="252000"/>
          </a:xfrm>
          <a:prstGeom prst="ellipse">
            <a:avLst/>
          </a:prstGeom>
          <a:solidFill>
            <a:srgbClr val="134B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624000" y="3888000"/>
            <a:ext cx="252000" cy="288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맑은 고딕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948000" y="3888000"/>
            <a:ext cx="3168000" cy="864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50" b="0">
                <a:solidFill>
                  <a:srgbClr val="222222"/>
                </a:solidFill>
                <a:latin typeface="맑은 고딕"/>
              </a:rPr>
              <a:t>O 또는 X를 눌러 정답을 정해요.</a:t>
            </a:r>
          </a:p>
        </p:txBody>
      </p:sp>
      <p:sp>
        <p:nvSpPr>
          <p:cNvPr id="19" name="Oval 18"/>
          <p:cNvSpPr/>
          <p:nvPr/>
        </p:nvSpPr>
        <p:spPr>
          <a:xfrm>
            <a:off x="6588000" y="4716000"/>
            <a:ext cx="252000" cy="252000"/>
          </a:xfrm>
          <a:prstGeom prst="ellipse">
            <a:avLst/>
          </a:prstGeom>
          <a:solidFill>
            <a:srgbClr val="134B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624000" y="4680000"/>
            <a:ext cx="252000" cy="288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맑은 고딕"/>
              </a:rPr>
              <a:t>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948000" y="4680000"/>
            <a:ext cx="3168000" cy="864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50" b="0">
                <a:solidFill>
                  <a:srgbClr val="222222"/>
                </a:solidFill>
                <a:latin typeface="맑은 고딕"/>
              </a:rPr>
              <a:t>‘OX 문제 완료’를 누르고 ‘뒤표지 만들기’로 넘어가요.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588000" y="5616000"/>
            <a:ext cx="3528000" cy="1080000"/>
          </a:xfrm>
          <a:prstGeom prst="roundRect">
            <a:avLst/>
          </a:prstGeom>
          <a:solidFill>
            <a:srgbClr val="EAF2FC"/>
          </a:solidFill>
          <a:ln w="12700">
            <a:solidFill>
              <a:srgbClr val="3B82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768000" y="5724000"/>
            <a:ext cx="3168000" cy="3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3B82C4"/>
                </a:solidFill>
                <a:latin typeface="맑은 고딕"/>
              </a:rPr>
              <a:t>알아두세요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768000" y="6156000"/>
            <a:ext cx="3168000" cy="504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50" b="0">
                <a:solidFill>
                  <a:srgbClr val="222222"/>
                </a:solidFill>
                <a:latin typeface="맑은 고딕"/>
              </a:rPr>
              <a:t>5문제가 모두 있어야 완료돼요.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0" y="6840000"/>
            <a:ext cx="10692000" cy="720000"/>
          </a:xfrm>
          <a:prstGeom prst="rect">
            <a:avLst/>
          </a:prstGeom>
          <a:solidFill>
            <a:srgbClr val="F6F8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76000" y="6912000"/>
            <a:ext cx="3240000" cy="432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666666"/>
                </a:solidFill>
                <a:latin typeface="맑은 고딕"/>
              </a:rPr>
              <a:t>이전: 세상 속 이야기 만들기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680000" y="6912000"/>
            <a:ext cx="1440000" cy="432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00" b="1">
                <a:solidFill>
                  <a:srgbClr val="134B4C"/>
                </a:solidFill>
                <a:latin typeface="맑은 고딕"/>
              </a:rPr>
              <a:t>17 / 20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200000" y="6912000"/>
            <a:ext cx="3240000" cy="432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666666"/>
                </a:solidFill>
                <a:latin typeface="맑은 고딕"/>
              </a:rPr>
              <a:t>v1.0  |  다음: 뒤표지와 작품 완성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692000" cy="1296000"/>
          </a:xfrm>
          <a:prstGeom prst="rect">
            <a:avLst/>
          </a:prstGeom>
          <a:solidFill>
            <a:srgbClr val="134B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296000"/>
            <a:ext cx="10692000" cy="144000"/>
          </a:xfrm>
          <a:prstGeom prst="rect">
            <a:avLst/>
          </a:prstGeom>
          <a:solidFill>
            <a:srgbClr val="FFD8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76000" y="288000"/>
            <a:ext cx="1728000" cy="792000"/>
          </a:xfrm>
          <a:prstGeom prst="roundRect">
            <a:avLst/>
          </a:prstGeom>
          <a:solidFill>
            <a:srgbClr val="FFD8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8000" y="360000"/>
            <a:ext cx="1584000" cy="648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400" b="1">
                <a:solidFill>
                  <a:srgbClr val="134B4C"/>
                </a:solidFill>
                <a:latin typeface="맑은 고딕"/>
              </a:rPr>
              <a:t>STEP 18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520000" y="216000"/>
            <a:ext cx="7560000" cy="504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FFFFFF"/>
                </a:solidFill>
                <a:latin typeface="맑은 고딕"/>
              </a:rPr>
              <a:t>뒤표지와 작품 완성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520000" y="792000"/>
            <a:ext cx="7560000" cy="432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DDEEEE"/>
                </a:solidFill>
                <a:latin typeface="맑은 고딕"/>
              </a:rPr>
              <a:t>뒤표지를 꾸미고 작품을 완성해요.</a:t>
            </a:r>
          </a:p>
        </p:txBody>
      </p:sp>
      <p:pic>
        <p:nvPicPr>
          <p:cNvPr id="8" name="Picture 7" descr="img-1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6000" y="1728000"/>
            <a:ext cx="5724000" cy="439200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6588000" y="1728000"/>
            <a:ext cx="3528000" cy="3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134B4C"/>
                </a:solidFill>
                <a:latin typeface="맑은 고딕"/>
              </a:rPr>
              <a:t>이렇게 해요</a:t>
            </a:r>
          </a:p>
        </p:txBody>
      </p:sp>
      <p:sp>
        <p:nvSpPr>
          <p:cNvPr id="10" name="Oval 9"/>
          <p:cNvSpPr/>
          <p:nvPr/>
        </p:nvSpPr>
        <p:spPr>
          <a:xfrm>
            <a:off x="6588000" y="2340000"/>
            <a:ext cx="252000" cy="252000"/>
          </a:xfrm>
          <a:prstGeom prst="ellipse">
            <a:avLst/>
          </a:prstGeom>
          <a:solidFill>
            <a:srgbClr val="134B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624000" y="2304000"/>
            <a:ext cx="252000" cy="288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맑은 고딕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948000" y="2304000"/>
            <a:ext cx="3168000" cy="864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50" b="0">
                <a:solidFill>
                  <a:srgbClr val="222222"/>
                </a:solidFill>
                <a:latin typeface="맑은 고딕"/>
              </a:rPr>
              <a:t>지은이·학년/반·과목·단원·주제·만든 날짜를 확인해요.</a:t>
            </a:r>
          </a:p>
        </p:txBody>
      </p:sp>
      <p:sp>
        <p:nvSpPr>
          <p:cNvPr id="13" name="Oval 12"/>
          <p:cNvSpPr/>
          <p:nvPr/>
        </p:nvSpPr>
        <p:spPr>
          <a:xfrm>
            <a:off x="6588000" y="3132000"/>
            <a:ext cx="252000" cy="252000"/>
          </a:xfrm>
          <a:prstGeom prst="ellipse">
            <a:avLst/>
          </a:prstGeom>
          <a:solidFill>
            <a:srgbClr val="134B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624000" y="3096000"/>
            <a:ext cx="252000" cy="288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맑은 고딕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948000" y="3096000"/>
            <a:ext cx="3168000" cy="864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50" b="0">
                <a:solidFill>
                  <a:srgbClr val="222222"/>
                </a:solidFill>
                <a:latin typeface="맑은 고딕"/>
              </a:rPr>
              <a:t>과목별 배경색을 고르고, 투명도 슬라이더로 조절해요.</a:t>
            </a:r>
          </a:p>
        </p:txBody>
      </p:sp>
      <p:sp>
        <p:nvSpPr>
          <p:cNvPr id="16" name="Oval 15"/>
          <p:cNvSpPr/>
          <p:nvPr/>
        </p:nvSpPr>
        <p:spPr>
          <a:xfrm>
            <a:off x="6588000" y="3924000"/>
            <a:ext cx="252000" cy="252000"/>
          </a:xfrm>
          <a:prstGeom prst="ellipse">
            <a:avLst/>
          </a:prstGeom>
          <a:solidFill>
            <a:srgbClr val="134B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624000" y="3888000"/>
            <a:ext cx="252000" cy="288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맑은 고딕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948000" y="3888000"/>
            <a:ext cx="3168000" cy="864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50" b="0">
                <a:solidFill>
                  <a:srgbClr val="222222"/>
                </a:solidFill>
                <a:latin typeface="맑은 고딕"/>
              </a:rPr>
              <a:t>‘정보 생성하기’로 정보를 다시 불러올 수 있어요.</a:t>
            </a:r>
          </a:p>
        </p:txBody>
      </p:sp>
      <p:sp>
        <p:nvSpPr>
          <p:cNvPr id="19" name="Oval 18"/>
          <p:cNvSpPr/>
          <p:nvPr/>
        </p:nvSpPr>
        <p:spPr>
          <a:xfrm>
            <a:off x="6588000" y="4716000"/>
            <a:ext cx="252000" cy="252000"/>
          </a:xfrm>
          <a:prstGeom prst="ellipse">
            <a:avLst/>
          </a:prstGeom>
          <a:solidFill>
            <a:srgbClr val="134B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624000" y="4680000"/>
            <a:ext cx="252000" cy="288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맑은 고딕"/>
              </a:rPr>
              <a:t>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948000" y="4680000"/>
            <a:ext cx="3168000" cy="864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50" b="0">
                <a:solidFill>
                  <a:srgbClr val="222222"/>
                </a:solidFill>
                <a:latin typeface="맑은 고딕"/>
              </a:rPr>
              <a:t>‘만화 보기 🖼️’를 누르면 작품이 완성돼요.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588000" y="5616000"/>
            <a:ext cx="3528000" cy="1080000"/>
          </a:xfrm>
          <a:prstGeom prst="roundRect">
            <a:avLst/>
          </a:prstGeom>
          <a:solidFill>
            <a:srgbClr val="EAF2FC"/>
          </a:solidFill>
          <a:ln w="12700">
            <a:solidFill>
              <a:srgbClr val="3B82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768000" y="5724000"/>
            <a:ext cx="3168000" cy="3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3B82C4"/>
                </a:solidFill>
                <a:latin typeface="맑은 고딕"/>
              </a:rPr>
              <a:t>알아두세요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768000" y="6156000"/>
            <a:ext cx="3168000" cy="504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50" b="0">
                <a:solidFill>
                  <a:srgbClr val="222222"/>
                </a:solidFill>
                <a:latin typeface="맑은 고딕"/>
              </a:rPr>
              <a:t>‘만화 보기’를 누르면 완성 보상이 주어져요.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0" y="6840000"/>
            <a:ext cx="10692000" cy="720000"/>
          </a:xfrm>
          <a:prstGeom prst="rect">
            <a:avLst/>
          </a:prstGeom>
          <a:solidFill>
            <a:srgbClr val="F6F8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76000" y="6912000"/>
            <a:ext cx="3240000" cy="432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666666"/>
                </a:solidFill>
                <a:latin typeface="맑은 고딕"/>
              </a:rPr>
              <a:t>이전: OX 퀴즈 만들기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680000" y="6912000"/>
            <a:ext cx="1440000" cy="432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00" b="1">
                <a:solidFill>
                  <a:srgbClr val="134B4C"/>
                </a:solidFill>
                <a:latin typeface="맑은 고딕"/>
              </a:rPr>
              <a:t>18 / 20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200000" y="6912000"/>
            <a:ext cx="3240000" cy="432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666666"/>
                </a:solidFill>
                <a:latin typeface="맑은 고딕"/>
              </a:rPr>
              <a:t>v1.0  |  다음: 작품 보기·공유·문제 해결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692000" cy="1296000"/>
          </a:xfrm>
          <a:prstGeom prst="rect">
            <a:avLst/>
          </a:prstGeom>
          <a:solidFill>
            <a:srgbClr val="134B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296000"/>
            <a:ext cx="10692000" cy="144000"/>
          </a:xfrm>
          <a:prstGeom prst="rect">
            <a:avLst/>
          </a:prstGeom>
          <a:solidFill>
            <a:srgbClr val="FFD8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76000" y="288000"/>
            <a:ext cx="1728000" cy="792000"/>
          </a:xfrm>
          <a:prstGeom prst="roundRect">
            <a:avLst/>
          </a:prstGeom>
          <a:solidFill>
            <a:srgbClr val="FFD8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8000" y="360000"/>
            <a:ext cx="1584000" cy="648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400" b="1">
                <a:solidFill>
                  <a:srgbClr val="134B4C"/>
                </a:solidFill>
                <a:latin typeface="맑은 고딕"/>
              </a:rPr>
              <a:t>STEP 19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520000" y="216000"/>
            <a:ext cx="7560000" cy="504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FFFFFF"/>
                </a:solidFill>
                <a:latin typeface="맑은 고딕"/>
              </a:rPr>
              <a:t>작품 보기·공유·문제 해결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520000" y="792000"/>
            <a:ext cx="7560000" cy="432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DDEEEE"/>
                </a:solidFill>
                <a:latin typeface="맑은 고딕"/>
              </a:rPr>
              <a:t>만화책을 보고 친구에게 자랑해요.</a:t>
            </a:r>
          </a:p>
        </p:txBody>
      </p:sp>
      <p:pic>
        <p:nvPicPr>
          <p:cNvPr id="8" name="Picture 7" descr="img-1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6000" y="1728000"/>
            <a:ext cx="5724000" cy="439200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6588000" y="1728000"/>
            <a:ext cx="3528000" cy="3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134B4C"/>
                </a:solidFill>
                <a:latin typeface="맑은 고딕"/>
              </a:rPr>
              <a:t>이렇게 해요</a:t>
            </a:r>
          </a:p>
        </p:txBody>
      </p:sp>
      <p:sp>
        <p:nvSpPr>
          <p:cNvPr id="10" name="Oval 9"/>
          <p:cNvSpPr/>
          <p:nvPr/>
        </p:nvSpPr>
        <p:spPr>
          <a:xfrm>
            <a:off x="6588000" y="2340000"/>
            <a:ext cx="252000" cy="252000"/>
          </a:xfrm>
          <a:prstGeom prst="ellipse">
            <a:avLst/>
          </a:prstGeom>
          <a:solidFill>
            <a:srgbClr val="134B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624000" y="2304000"/>
            <a:ext cx="252000" cy="288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맑은 고딕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948000" y="2304000"/>
            <a:ext cx="3168000" cy="864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50" b="0">
                <a:solidFill>
                  <a:srgbClr val="222222"/>
                </a:solidFill>
                <a:latin typeface="맑은 고딕"/>
              </a:rPr>
              <a:t>‘책 펼치기’를 눌러 만화책을 넘겨 봐요.</a:t>
            </a:r>
          </a:p>
        </p:txBody>
      </p:sp>
      <p:sp>
        <p:nvSpPr>
          <p:cNvPr id="13" name="Oval 12"/>
          <p:cNvSpPr/>
          <p:nvPr/>
        </p:nvSpPr>
        <p:spPr>
          <a:xfrm>
            <a:off x="6588000" y="3132000"/>
            <a:ext cx="252000" cy="252000"/>
          </a:xfrm>
          <a:prstGeom prst="ellipse">
            <a:avLst/>
          </a:prstGeom>
          <a:solidFill>
            <a:srgbClr val="134B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624000" y="3096000"/>
            <a:ext cx="252000" cy="288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맑은 고딕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948000" y="3096000"/>
            <a:ext cx="3168000" cy="864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50" b="0">
                <a:solidFill>
                  <a:srgbClr val="222222"/>
                </a:solidFill>
                <a:latin typeface="맑은 고딕"/>
              </a:rPr>
              <a:t>‘PDF 다운로드’로 저장하거나 ‘친구에게 자랑하기’로 공유해요.</a:t>
            </a:r>
          </a:p>
        </p:txBody>
      </p:sp>
      <p:sp>
        <p:nvSpPr>
          <p:cNvPr id="16" name="Oval 15"/>
          <p:cNvSpPr/>
          <p:nvPr/>
        </p:nvSpPr>
        <p:spPr>
          <a:xfrm>
            <a:off x="6588000" y="3924000"/>
            <a:ext cx="252000" cy="252000"/>
          </a:xfrm>
          <a:prstGeom prst="ellipse">
            <a:avLst/>
          </a:prstGeom>
          <a:solidFill>
            <a:srgbClr val="134B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624000" y="3888000"/>
            <a:ext cx="252000" cy="288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맑은 고딕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948000" y="3888000"/>
            <a:ext cx="3168000" cy="864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50" b="0">
                <a:solidFill>
                  <a:srgbClr val="222222"/>
                </a:solidFill>
                <a:latin typeface="맑은 고딕"/>
              </a:rPr>
              <a:t>공유 링크가 만들어지면 ‘링크 복사하기’로 복사해요.</a:t>
            </a:r>
          </a:p>
        </p:txBody>
      </p:sp>
      <p:sp>
        <p:nvSpPr>
          <p:cNvPr id="19" name="Oval 18"/>
          <p:cNvSpPr/>
          <p:nvPr/>
        </p:nvSpPr>
        <p:spPr>
          <a:xfrm>
            <a:off x="6588000" y="4716000"/>
            <a:ext cx="252000" cy="252000"/>
          </a:xfrm>
          <a:prstGeom prst="ellipse">
            <a:avLst/>
          </a:prstGeom>
          <a:solidFill>
            <a:srgbClr val="134B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624000" y="4680000"/>
            <a:ext cx="252000" cy="288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맑은 고딕"/>
              </a:rPr>
              <a:t>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948000" y="4680000"/>
            <a:ext cx="3168000" cy="864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50" b="0">
                <a:solidFill>
                  <a:srgbClr val="222222"/>
                </a:solidFill>
                <a:latin typeface="맑은 고딕"/>
              </a:rPr>
              <a:t>마이페이지에서 내 작품 목록을 볼 수 있어요.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588000" y="5616000"/>
            <a:ext cx="3528000" cy="1080000"/>
          </a:xfrm>
          <a:prstGeom prst="roundRect">
            <a:avLst/>
          </a:prstGeom>
          <a:solidFill>
            <a:srgbClr val="FEEFE6"/>
          </a:solidFill>
          <a:ln w="12700">
            <a:solidFill>
              <a:srgbClr val="F59E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768000" y="5724000"/>
            <a:ext cx="3168000" cy="3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F59E42"/>
                </a:solidFill>
                <a:latin typeface="맑은 고딕"/>
              </a:rPr>
              <a:t>주의하세요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768000" y="6156000"/>
            <a:ext cx="3168000" cy="504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50" b="0">
                <a:solidFill>
                  <a:srgbClr val="222222"/>
                </a:solidFill>
                <a:latin typeface="맑은 고딕"/>
              </a:rPr>
              <a:t>마이페이지에서 만들다 만 작품을 누르면 이어하기가 제대로 안 될 수 있어요. 그럴 땐 새로 만들기를 시작하세요.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0" y="6840000"/>
            <a:ext cx="10692000" cy="720000"/>
          </a:xfrm>
          <a:prstGeom prst="rect">
            <a:avLst/>
          </a:prstGeom>
          <a:solidFill>
            <a:srgbClr val="F6F8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76000" y="6912000"/>
            <a:ext cx="3240000" cy="432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666666"/>
                </a:solidFill>
                <a:latin typeface="맑은 고딕"/>
              </a:rPr>
              <a:t>이전: 뒤표지와 작품 완성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680000" y="6912000"/>
            <a:ext cx="1440000" cy="432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00" b="1">
                <a:solidFill>
                  <a:srgbClr val="134B4C"/>
                </a:solidFill>
                <a:latin typeface="맑은 고딕"/>
              </a:rPr>
              <a:t>19 / 20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200000" y="6912000"/>
            <a:ext cx="3240000" cy="432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666666"/>
                </a:solidFill>
                <a:latin typeface="맑은 고딕"/>
              </a:rPr>
              <a:t>v1.0  |  다음: 마지막 페이지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692000" cy="1224000"/>
          </a:xfrm>
          <a:prstGeom prst="rect">
            <a:avLst/>
          </a:prstGeom>
          <a:solidFill>
            <a:srgbClr val="134B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408000"/>
            <a:ext cx="10692000" cy="1152000"/>
          </a:xfrm>
          <a:prstGeom prst="rect">
            <a:avLst/>
          </a:prstGeom>
          <a:solidFill>
            <a:srgbClr val="DDEE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440000" y="216000"/>
            <a:ext cx="7812000" cy="864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400" b="1">
                <a:solidFill>
                  <a:srgbClr val="FFFFFF"/>
                </a:solidFill>
                <a:latin typeface="맑은 고딕"/>
              </a:rPr>
              <a:t>여러분이 만든 한 권의 만화책을 자랑해 보세요.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440000" y="2880000"/>
            <a:ext cx="7812000" cy="7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600" b="1">
                <a:solidFill>
                  <a:srgbClr val="666666"/>
                </a:solidFill>
                <a:latin typeface="맑은 고딕"/>
              </a:rPr>
              <a:t>툰스쿨에디터 사용설명서 v1.0 · 2026년 7월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440000" y="3960000"/>
            <a:ext cx="7812000" cy="14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400" b="0">
                <a:solidFill>
                  <a:srgbClr val="666666"/>
                </a:solidFill>
                <a:latin typeface="맑은 고딕"/>
              </a:rPr>
              <a:t>화면이 바뀌면 이 설명서의 그림과 설명을 바꿔서 다시 만들 수 있어요.</a:t>
            </a:r>
          </a:p>
        </p:txBody>
      </p:sp>
      <p:pic>
        <p:nvPicPr>
          <p:cNvPr id="7" name="Picture 6" descr="img-2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60000" y="3420000"/>
            <a:ext cx="6372000" cy="288000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1440000" y="6552000"/>
            <a:ext cx="7812000" cy="648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00" b="1">
                <a:solidFill>
                  <a:srgbClr val="134B4C"/>
                </a:solidFill>
                <a:latin typeface="맑은 고딕"/>
              </a:rPr>
              <a:t>v1.0 · 2026년 7월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